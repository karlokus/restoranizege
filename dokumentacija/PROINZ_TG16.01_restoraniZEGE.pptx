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 id="2147483696" r:id="rId2"/>
  </p:sldMasterIdLst>
  <p:notesMasterIdLst>
    <p:notesMasterId r:id="rId12"/>
  </p:notesMasterIdLst>
  <p:sldIdLst>
    <p:sldId id="265" r:id="rId3"/>
    <p:sldId id="257" r:id="rId4"/>
    <p:sldId id="267" r:id="rId5"/>
    <p:sldId id="268" r:id="rId6"/>
    <p:sldId id="259" r:id="rId7"/>
    <p:sldId id="276" r:id="rId8"/>
    <p:sldId id="260" r:id="rId9"/>
    <p:sldId id="278" r:id="rId10"/>
    <p:sldId id="277"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5" autoAdjust="0"/>
    <p:restoredTop sz="97366" autoAdjust="0"/>
  </p:normalViewPr>
  <p:slideViewPr>
    <p:cSldViewPr snapToGrid="0">
      <p:cViewPr varScale="1">
        <p:scale>
          <a:sx n="107" d="100"/>
          <a:sy n="107" d="100"/>
        </p:scale>
        <p:origin x="1674" y="114"/>
      </p:cViewPr>
      <p:guideLst/>
    </p:cSldViewPr>
  </p:slideViewPr>
  <p:outlineViewPr>
    <p:cViewPr>
      <p:scale>
        <a:sx n="33" d="100"/>
        <a:sy n="33" d="100"/>
      </p:scale>
      <p:origin x="0" y="-45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7596D4-CB16-4BAD-83F6-7E8077D61F81}" type="datetimeFigureOut">
              <a:rPr lang="hr-HR" smtClean="0"/>
              <a:t>23.10.2025.</a:t>
            </a:fld>
            <a:endParaRPr lang="hr-H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hr-H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45738E-9CB8-443D-AC33-32367D542132}" type="slidenum">
              <a:rPr lang="hr-HR" smtClean="0"/>
              <a:t>‹#›</a:t>
            </a:fld>
            <a:endParaRPr lang="hr-HR"/>
          </a:p>
        </p:txBody>
      </p:sp>
    </p:spTree>
    <p:extLst>
      <p:ext uri="{BB962C8B-B14F-4D97-AF65-F5344CB8AC3E}">
        <p14:creationId xmlns:p14="http://schemas.microsoft.com/office/powerpoint/2010/main" val="940785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5"/>
          </p:nvPr>
        </p:nvSpPr>
        <p:spPr/>
        <p:txBody>
          <a:bodyPr/>
          <a:lstStyle/>
          <a:p>
            <a:fld id="{6945738E-9CB8-443D-AC33-32367D542132}" type="slidenum">
              <a:rPr lang="hr-HR" smtClean="0"/>
              <a:t>1</a:t>
            </a:fld>
            <a:endParaRPr lang="hr-HR" dirty="0"/>
          </a:p>
        </p:txBody>
      </p:sp>
    </p:spTree>
    <p:extLst>
      <p:ext uri="{BB962C8B-B14F-4D97-AF65-F5344CB8AC3E}">
        <p14:creationId xmlns:p14="http://schemas.microsoft.com/office/powerpoint/2010/main" val="906897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list no need to elaborate in this stage!</a:t>
            </a:r>
            <a:endParaRPr lang="hr-HR" dirty="0"/>
          </a:p>
        </p:txBody>
      </p:sp>
      <p:sp>
        <p:nvSpPr>
          <p:cNvPr id="4" name="Slide Number Placeholder 3"/>
          <p:cNvSpPr>
            <a:spLocks noGrp="1"/>
          </p:cNvSpPr>
          <p:nvPr>
            <p:ph type="sldNum" sz="quarter" idx="5"/>
          </p:nvPr>
        </p:nvSpPr>
        <p:spPr/>
        <p:txBody>
          <a:bodyPr/>
          <a:lstStyle/>
          <a:p>
            <a:fld id="{6945738E-9CB8-443D-AC33-32367D542132}" type="slidenum">
              <a:rPr lang="hr-HR" smtClean="0"/>
              <a:t>3</a:t>
            </a:fld>
            <a:endParaRPr lang="hr-HR" dirty="0"/>
          </a:p>
        </p:txBody>
      </p:sp>
    </p:spTree>
    <p:extLst>
      <p:ext uri="{BB962C8B-B14F-4D97-AF65-F5344CB8AC3E}">
        <p14:creationId xmlns:p14="http://schemas.microsoft.com/office/powerpoint/2010/main" val="1570201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Navedite samo svoju viziju projektne ideje...</a:t>
            </a:r>
          </a:p>
        </p:txBody>
      </p:sp>
      <p:sp>
        <p:nvSpPr>
          <p:cNvPr id="4" name="Slide Number Placeholder 3"/>
          <p:cNvSpPr>
            <a:spLocks noGrp="1"/>
          </p:cNvSpPr>
          <p:nvPr>
            <p:ph type="sldNum" sz="quarter" idx="5"/>
          </p:nvPr>
        </p:nvSpPr>
        <p:spPr/>
        <p:txBody>
          <a:bodyPr/>
          <a:lstStyle/>
          <a:p>
            <a:fld id="{6945738E-9CB8-443D-AC33-32367D542132}" type="slidenum">
              <a:rPr lang="hr-HR" smtClean="0"/>
              <a:t>4</a:t>
            </a:fld>
            <a:endParaRPr lang="hr-HR" dirty="0"/>
          </a:p>
        </p:txBody>
      </p:sp>
    </p:spTree>
    <p:extLst>
      <p:ext uri="{BB962C8B-B14F-4D97-AF65-F5344CB8AC3E}">
        <p14:creationId xmlns:p14="http://schemas.microsoft.com/office/powerpoint/2010/main" val="451088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3" name="Right Triangle 32">
            <a:extLst>
              <a:ext uri="{FF2B5EF4-FFF2-40B4-BE49-F238E27FC236}">
                <a16:creationId xmlns:a16="http://schemas.microsoft.com/office/drawing/2014/main" id="{2A737799-F072-47E1-A678-5CE12F097D06}"/>
              </a:ext>
            </a:extLst>
          </p:cNvPr>
          <p:cNvSpPr/>
          <p:nvPr/>
        </p:nvSpPr>
        <p:spPr>
          <a:xfrm flipH="1">
            <a:off x="4496837" y="4722829"/>
            <a:ext cx="4644854" cy="2135171"/>
          </a:xfrm>
          <a:prstGeom prst="rtTriangle">
            <a:avLst/>
          </a:prstGeom>
          <a:blipFill dpi="0" rotWithShape="0">
            <a:blip r:embed="rId2"/>
            <a:srcRect/>
            <a:tile tx="0" ty="-393700" sx="100000" sy="100000" flip="none" algn="tl"/>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6308" y="3685740"/>
            <a:ext cx="7772400" cy="1541283"/>
          </a:xfrm>
        </p:spPr>
        <p:txBody>
          <a:bodyPr lIns="252000" tIns="46800" rIns="252000" anchor="ctr">
            <a:normAutofit/>
          </a:bodyPr>
          <a:lstStyle>
            <a:lvl1pPr algn="ctr">
              <a:defRPr lang="en-US" sz="2800" b="0" kern="1200" cap="all" dirty="0">
                <a:solidFill>
                  <a:schemeClr val="tx1">
                    <a:lumMod val="75000"/>
                    <a:lumOff val="25000"/>
                  </a:schemeClr>
                </a:solidFill>
                <a:latin typeface="Franklin Gothic Demi" panose="020B0703020102020204" pitchFamily="34" charset="0"/>
                <a:ea typeface="+mj-ea"/>
                <a:cs typeface="+mj-cs"/>
              </a:defRPr>
            </a:lvl1pPr>
          </a:lstStyle>
          <a:p>
            <a:r>
              <a:rPr lang="en-US" dirty="0"/>
              <a:t>Click to edit Master title style</a:t>
            </a:r>
          </a:p>
        </p:txBody>
      </p:sp>
      <p:grpSp>
        <p:nvGrpSpPr>
          <p:cNvPr id="12" name="Group 11">
            <a:extLst>
              <a:ext uri="{FF2B5EF4-FFF2-40B4-BE49-F238E27FC236}">
                <a16:creationId xmlns:a16="http://schemas.microsoft.com/office/drawing/2014/main" id="{A0A13A86-3F68-4CBB-B661-B96A001B15BE}"/>
              </a:ext>
            </a:extLst>
          </p:cNvPr>
          <p:cNvGrpSpPr/>
          <p:nvPr/>
        </p:nvGrpSpPr>
        <p:grpSpPr>
          <a:xfrm>
            <a:off x="0" y="0"/>
            <a:ext cx="1370309" cy="6858000"/>
            <a:chOff x="0" y="0"/>
            <a:chExt cx="1370309" cy="6858000"/>
          </a:xfrm>
        </p:grpSpPr>
        <p:sp>
          <p:nvSpPr>
            <p:cNvPr id="7" name="Rectangle 6">
              <a:extLst>
                <a:ext uri="{FF2B5EF4-FFF2-40B4-BE49-F238E27FC236}">
                  <a16:creationId xmlns:a16="http://schemas.microsoft.com/office/drawing/2014/main" id="{C22AA1C2-ED49-4B0D-9C5A-6D47DFC70771}"/>
                </a:ext>
              </a:extLst>
            </p:cNvPr>
            <p:cNvSpPr/>
            <p:nvPr userDrawn="1"/>
          </p:nvSpPr>
          <p:spPr>
            <a:xfrm>
              <a:off x="0" y="0"/>
              <a:ext cx="342900" cy="6858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4FC8746-DFC2-4DDF-B034-CED2ACE15704}"/>
                </a:ext>
              </a:extLst>
            </p:cNvPr>
            <p:cNvSpPr/>
            <p:nvPr userDrawn="1"/>
          </p:nvSpPr>
          <p:spPr>
            <a:xfrm rot="16200000">
              <a:off x="514859" y="-512550"/>
              <a:ext cx="342900" cy="1368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94884E1-E6D8-48CB-B7A9-438FB51C78F5}"/>
                </a:ext>
              </a:extLst>
            </p:cNvPr>
            <p:cNvSpPr/>
            <p:nvPr userDrawn="1"/>
          </p:nvSpPr>
          <p:spPr>
            <a:xfrm rot="16200000">
              <a:off x="514859" y="6002550"/>
              <a:ext cx="342900" cy="1368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descr="A close up of a logo&#10;&#10;Description automatically generated">
            <a:extLst>
              <a:ext uri="{FF2B5EF4-FFF2-40B4-BE49-F238E27FC236}">
                <a16:creationId xmlns:a16="http://schemas.microsoft.com/office/drawing/2014/main" id="{32F5CBCA-0AB8-4B6A-8A03-C549C7F3AE39}"/>
              </a:ext>
            </a:extLst>
          </p:cNvPr>
          <p:cNvPicPr>
            <a:picLocks noChangeAspect="1"/>
          </p:cNvPicPr>
          <p:nvPr/>
        </p:nvPicPr>
        <p:blipFill rotWithShape="1">
          <a:blip r:embed="rId3">
            <a:alphaModFix amt="79000"/>
          </a:blip>
          <a:srcRect l="13474" t="23715" r="15700" b="21450"/>
          <a:stretch/>
        </p:blipFill>
        <p:spPr>
          <a:xfrm>
            <a:off x="7499927" y="308066"/>
            <a:ext cx="1416947" cy="684000"/>
          </a:xfrm>
          <a:prstGeom prst="rect">
            <a:avLst/>
          </a:prstGeom>
        </p:spPr>
      </p:pic>
      <p:pic>
        <p:nvPicPr>
          <p:cNvPr id="16" name="Picture 15" descr="A screenshot of a video game&#10;&#10;Description automatically generated">
            <a:extLst>
              <a:ext uri="{FF2B5EF4-FFF2-40B4-BE49-F238E27FC236}">
                <a16:creationId xmlns:a16="http://schemas.microsoft.com/office/drawing/2014/main" id="{304A50E9-593B-484E-BBFD-7D99ADECD2FF}"/>
              </a:ext>
            </a:extLst>
          </p:cNvPr>
          <p:cNvPicPr>
            <a:picLocks noChangeAspect="1"/>
          </p:cNvPicPr>
          <p:nvPr/>
        </p:nvPicPr>
        <p:blipFill rotWithShape="1">
          <a:blip r:embed="rId4"/>
          <a:srcRect b="772"/>
          <a:stretch/>
        </p:blipFill>
        <p:spPr>
          <a:xfrm>
            <a:off x="629310" y="543433"/>
            <a:ext cx="2495116" cy="2463467"/>
          </a:xfrm>
          <a:prstGeom prst="rect">
            <a:avLst/>
          </a:prstGeom>
        </p:spPr>
      </p:pic>
      <p:sp>
        <p:nvSpPr>
          <p:cNvPr id="18" name="TextBox 17">
            <a:extLst>
              <a:ext uri="{FF2B5EF4-FFF2-40B4-BE49-F238E27FC236}">
                <a16:creationId xmlns:a16="http://schemas.microsoft.com/office/drawing/2014/main" id="{0E779F65-BFE6-4D96-B824-8575890A4185}"/>
              </a:ext>
            </a:extLst>
          </p:cNvPr>
          <p:cNvSpPr txBox="1"/>
          <p:nvPr/>
        </p:nvSpPr>
        <p:spPr>
          <a:xfrm>
            <a:off x="6299200" y="1668720"/>
            <a:ext cx="3155393" cy="643446"/>
          </a:xfrm>
          <a:prstGeom prst="rect">
            <a:avLst/>
          </a:prstGeom>
          <a:noFill/>
        </p:spPr>
        <p:txBody>
          <a:bodyPr wrap="square" rtlCol="0" anchor="b">
            <a:spAutoFit/>
          </a:bodyPr>
          <a:lstStyle/>
          <a:p>
            <a:pPr marL="0" algn="l" defTabSz="457200" rtl="0" eaLnBrk="1" latinLnBrk="0" hangingPunct="1">
              <a:lnSpc>
                <a:spcPct val="110000"/>
              </a:lnSpc>
            </a:pPr>
            <a:r>
              <a:rPr lang="hr-HR" sz="1700" b="1" kern="1200" cap="small" noProof="0" dirty="0">
                <a:solidFill>
                  <a:srgbClr val="363636"/>
                </a:solidFill>
                <a:latin typeface="Century Gothic" panose="020B0502020202020204" pitchFamily="34" charset="0"/>
                <a:ea typeface="+mn-ea"/>
                <a:cs typeface="+mn-cs"/>
              </a:rPr>
              <a:t>Programsko inženjerstvo</a:t>
            </a:r>
          </a:p>
          <a:p>
            <a:pPr marL="0" algn="l" defTabSz="457200" rtl="0" eaLnBrk="1" latinLnBrk="0" hangingPunct="1">
              <a:lnSpc>
                <a:spcPct val="110000"/>
              </a:lnSpc>
            </a:pPr>
            <a:r>
              <a:rPr lang="hr-HR" sz="1700" b="1" kern="1200" cap="small" dirty="0">
                <a:solidFill>
                  <a:srgbClr val="363636"/>
                </a:solidFill>
                <a:latin typeface="Century Gothic" panose="020B0502020202020204" pitchFamily="34" charset="0"/>
                <a:ea typeface="+mn-ea"/>
                <a:cs typeface="+mn-cs"/>
              </a:rPr>
              <a:t>ID 183400</a:t>
            </a:r>
          </a:p>
        </p:txBody>
      </p:sp>
      <p:grpSp>
        <p:nvGrpSpPr>
          <p:cNvPr id="34" name="Group 33">
            <a:extLst>
              <a:ext uri="{FF2B5EF4-FFF2-40B4-BE49-F238E27FC236}">
                <a16:creationId xmlns:a16="http://schemas.microsoft.com/office/drawing/2014/main" id="{A54D68C4-3DFA-4D90-89DF-550D8FB0DB2C}"/>
              </a:ext>
            </a:extLst>
          </p:cNvPr>
          <p:cNvGrpSpPr/>
          <p:nvPr/>
        </p:nvGrpSpPr>
        <p:grpSpPr>
          <a:xfrm>
            <a:off x="8541834" y="2712985"/>
            <a:ext cx="602166" cy="689744"/>
            <a:chOff x="8541834" y="2712985"/>
            <a:chExt cx="602166" cy="689744"/>
          </a:xfrm>
        </p:grpSpPr>
        <p:sp>
          <p:nvSpPr>
            <p:cNvPr id="21" name="Rectangle 20">
              <a:extLst>
                <a:ext uri="{FF2B5EF4-FFF2-40B4-BE49-F238E27FC236}">
                  <a16:creationId xmlns:a16="http://schemas.microsoft.com/office/drawing/2014/main" id="{5891C753-BAAB-4424-9E32-3F1432529749}"/>
                </a:ext>
              </a:extLst>
            </p:cNvPr>
            <p:cNvSpPr/>
            <p:nvPr userDrawn="1"/>
          </p:nvSpPr>
          <p:spPr>
            <a:xfrm>
              <a:off x="9000000" y="2718729"/>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86BC744-DC4B-4A55-B6FA-A711EC8ACF52}"/>
                </a:ext>
              </a:extLst>
            </p:cNvPr>
            <p:cNvSpPr/>
            <p:nvPr userDrawn="1"/>
          </p:nvSpPr>
          <p:spPr>
            <a:xfrm>
              <a:off x="8772874" y="2718729"/>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0AA3319-80CC-4953-81CC-A4C7D5063739}"/>
                </a:ext>
              </a:extLst>
            </p:cNvPr>
            <p:cNvSpPr/>
            <p:nvPr userDrawn="1"/>
          </p:nvSpPr>
          <p:spPr>
            <a:xfrm>
              <a:off x="8541834" y="2712985"/>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9B169C9B-ABD9-49DB-8ECD-EBB51008CF4C}"/>
              </a:ext>
            </a:extLst>
          </p:cNvPr>
          <p:cNvPicPr>
            <a:picLocks noChangeAspect="1"/>
          </p:cNvPicPr>
          <p:nvPr/>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40606" t="17629" r="15252" b="19248"/>
          <a:stretch/>
        </p:blipFill>
        <p:spPr>
          <a:xfrm>
            <a:off x="6472518" y="270901"/>
            <a:ext cx="836453" cy="828000"/>
          </a:xfrm>
          <a:prstGeom prst="rect">
            <a:avLst/>
          </a:prstGeom>
        </p:spPr>
      </p:pic>
      <p:sp>
        <p:nvSpPr>
          <p:cNvPr id="5" name="TextBox 4">
            <a:extLst>
              <a:ext uri="{FF2B5EF4-FFF2-40B4-BE49-F238E27FC236}">
                <a16:creationId xmlns:a16="http://schemas.microsoft.com/office/drawing/2014/main" id="{EB217BDC-58CC-FADA-1B39-623F12755E0B}"/>
              </a:ext>
            </a:extLst>
          </p:cNvPr>
          <p:cNvSpPr txBox="1"/>
          <p:nvPr userDrawn="1"/>
        </p:nvSpPr>
        <p:spPr>
          <a:xfrm>
            <a:off x="2757249" y="3212658"/>
            <a:ext cx="3370236" cy="400110"/>
          </a:xfrm>
          <a:prstGeom prst="rect">
            <a:avLst/>
          </a:prstGeom>
          <a:noFill/>
        </p:spPr>
        <p:txBody>
          <a:bodyPr wrap="square">
            <a:spAutoFit/>
          </a:bodyPr>
          <a:lstStyle/>
          <a:p>
            <a:pPr algn="ctr"/>
            <a:r>
              <a:rPr lang="hr-HR" sz="2000" b="0" kern="1200" cap="all" noProof="0" dirty="0">
                <a:solidFill>
                  <a:schemeClr val="tx1">
                    <a:lumMod val="75000"/>
                    <a:lumOff val="25000"/>
                  </a:schemeClr>
                </a:solidFill>
                <a:latin typeface="Franklin Gothic Demi" panose="020B0703020102020204" pitchFamily="34" charset="0"/>
                <a:ea typeface="+mj-ea"/>
                <a:cs typeface="+mj-cs"/>
              </a:rPr>
              <a:t>Prezentacija</a:t>
            </a:r>
            <a:r>
              <a:rPr lang="hr-HR" sz="2000" noProof="0" dirty="0">
                <a:latin typeface="Franklin Gothic Demi" panose="020B0703020102020204" pitchFamily="34" charset="0"/>
              </a:rPr>
              <a:t> </a:t>
            </a:r>
            <a:r>
              <a:rPr lang="hr-HR" sz="2000" b="0" kern="1200" cap="all" noProof="0" dirty="0">
                <a:solidFill>
                  <a:schemeClr val="tx1">
                    <a:lumMod val="75000"/>
                    <a:lumOff val="25000"/>
                  </a:schemeClr>
                </a:solidFill>
                <a:latin typeface="Franklin Gothic Demi" panose="020B0703020102020204" pitchFamily="34" charset="0"/>
                <a:ea typeface="+mj-ea"/>
                <a:cs typeface="+mj-cs"/>
              </a:rPr>
              <a:t>projekta</a:t>
            </a:r>
          </a:p>
        </p:txBody>
      </p:sp>
      <p:sp>
        <p:nvSpPr>
          <p:cNvPr id="6" name="Subtitle 2">
            <a:extLst>
              <a:ext uri="{FF2B5EF4-FFF2-40B4-BE49-F238E27FC236}">
                <a16:creationId xmlns:a16="http://schemas.microsoft.com/office/drawing/2014/main" id="{7A7A9A7D-F6F6-0F08-90E6-4F20750E97E5}"/>
              </a:ext>
            </a:extLst>
          </p:cNvPr>
          <p:cNvSpPr>
            <a:spLocks noGrp="1"/>
          </p:cNvSpPr>
          <p:nvPr>
            <p:ph type="subTitle" idx="1"/>
          </p:nvPr>
        </p:nvSpPr>
        <p:spPr>
          <a:xfrm>
            <a:off x="685292" y="5227023"/>
            <a:ext cx="7772400" cy="590321"/>
          </a:xfrm>
        </p:spPr>
        <p:txBody>
          <a:bodyPr anchor="t">
            <a:normAutofit/>
          </a:bodyPr>
          <a:lstStyle>
            <a:lvl1pPr marL="0" indent="0" algn="ctr">
              <a:buNone/>
              <a:defRPr sz="1200" cap="none">
                <a:solidFill>
                  <a:schemeClr val="tx1"/>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17721124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alphaModFix amt="10000"/>
            <a:lum/>
          </a:blip>
          <a:srcRect/>
          <a:stretch>
            <a:fillRect l="85000" t="93000" r="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39D65BC3-0390-487E-9343-57013C37910B}"/>
              </a:ext>
            </a:extLst>
          </p:cNvPr>
          <p:cNvGrpSpPr/>
          <p:nvPr/>
        </p:nvGrpSpPr>
        <p:grpSpPr>
          <a:xfrm>
            <a:off x="0" y="0"/>
            <a:ext cx="1370309" cy="6858000"/>
            <a:chOff x="0" y="0"/>
            <a:chExt cx="1370309" cy="6858000"/>
          </a:xfrm>
          <a:solidFill>
            <a:srgbClr val="FFB400"/>
          </a:solidFill>
        </p:grpSpPr>
        <p:sp>
          <p:nvSpPr>
            <p:cNvPr id="8" name="Rectangle 7">
              <a:extLst>
                <a:ext uri="{FF2B5EF4-FFF2-40B4-BE49-F238E27FC236}">
                  <a16:creationId xmlns:a16="http://schemas.microsoft.com/office/drawing/2014/main" id="{5F4361EC-AED8-4B86-B0D1-15361ACD5BB7}"/>
                </a:ext>
              </a:extLst>
            </p:cNvPr>
            <p:cNvSpPr/>
            <p:nvPr userDrawn="1"/>
          </p:nvSpPr>
          <p:spPr>
            <a:xfrm>
              <a:off x="0" y="0"/>
              <a:ext cx="342900" cy="6858000"/>
            </a:xfrm>
            <a:prstGeom prst="rect">
              <a:avLst/>
            </a:prstGeom>
            <a:grp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D7164C5-7F89-48EA-9906-0AF23BCC4882}"/>
                </a:ext>
              </a:extLst>
            </p:cNvPr>
            <p:cNvSpPr/>
            <p:nvPr userDrawn="1"/>
          </p:nvSpPr>
          <p:spPr>
            <a:xfrm rot="16200000">
              <a:off x="514859" y="6002550"/>
              <a:ext cx="342900" cy="1368000"/>
            </a:xfrm>
            <a:prstGeom prst="rect">
              <a:avLst/>
            </a:prstGeom>
            <a:grp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Picture 10" descr="A screenshot of a video game&#10;&#10;Description automatically generated">
            <a:extLst>
              <a:ext uri="{FF2B5EF4-FFF2-40B4-BE49-F238E27FC236}">
                <a16:creationId xmlns:a16="http://schemas.microsoft.com/office/drawing/2014/main" id="{400D0D9E-702E-4495-B908-117D903BB1AA}"/>
              </a:ext>
            </a:extLst>
          </p:cNvPr>
          <p:cNvPicPr>
            <a:picLocks noChangeAspect="1"/>
          </p:cNvPicPr>
          <p:nvPr/>
        </p:nvPicPr>
        <p:blipFill rotWithShape="1">
          <a:blip r:embed="rId3"/>
          <a:srcRect b="772"/>
          <a:stretch/>
        </p:blipFill>
        <p:spPr>
          <a:xfrm>
            <a:off x="7680632" y="120349"/>
            <a:ext cx="1276193" cy="1260000"/>
          </a:xfrm>
          <a:prstGeom prst="rect">
            <a:avLst/>
          </a:prstGeom>
        </p:spPr>
      </p:pic>
      <p:sp>
        <p:nvSpPr>
          <p:cNvPr id="16" name="Footer Placeholder 4">
            <a:extLst>
              <a:ext uri="{FF2B5EF4-FFF2-40B4-BE49-F238E27FC236}">
                <a16:creationId xmlns:a16="http://schemas.microsoft.com/office/drawing/2014/main" id="{BE68E431-7FC2-47FC-A826-4B794B289F47}"/>
              </a:ext>
            </a:extLst>
          </p:cNvPr>
          <p:cNvSpPr>
            <a:spLocks noGrp="1"/>
          </p:cNvSpPr>
          <p:nvPr>
            <p:ph type="ftr" sz="quarter" idx="11"/>
          </p:nvPr>
        </p:nvSpPr>
        <p:spPr>
          <a:xfrm>
            <a:off x="1607128" y="6492873"/>
            <a:ext cx="5929744" cy="376239"/>
          </a:xfrm>
        </p:spPr>
        <p:txBody>
          <a:bodyPr anchor="t"/>
          <a:lstStyle>
            <a:lvl1pPr>
              <a:defRPr>
                <a:solidFill>
                  <a:schemeClr val="tx1">
                    <a:lumMod val="75000"/>
                    <a:lumOff val="25000"/>
                  </a:schemeClr>
                </a:solidFill>
                <a:latin typeface="+mj-lt"/>
              </a:defRPr>
            </a:lvl1pPr>
          </a:lstStyle>
          <a:p>
            <a:endParaRPr lang="hr-HR" dirty="0"/>
          </a:p>
        </p:txBody>
      </p:sp>
      <p:cxnSp>
        <p:nvCxnSpPr>
          <p:cNvPr id="18" name="Straight Connector 17">
            <a:extLst>
              <a:ext uri="{FF2B5EF4-FFF2-40B4-BE49-F238E27FC236}">
                <a16:creationId xmlns:a16="http://schemas.microsoft.com/office/drawing/2014/main" id="{B9B4F37E-A6B4-4A59-A76A-E67F5B42B7AF}"/>
              </a:ext>
            </a:extLst>
          </p:cNvPr>
          <p:cNvCxnSpPr>
            <a:cxnSpLocks/>
          </p:cNvCxnSpPr>
          <p:nvPr/>
        </p:nvCxnSpPr>
        <p:spPr>
          <a:xfrm flipH="1">
            <a:off x="1071418" y="4581245"/>
            <a:ext cx="6918037" cy="0"/>
          </a:xfrm>
          <a:prstGeom prst="line">
            <a:avLst/>
          </a:prstGeom>
          <a:ln w="12700">
            <a:gradFill flip="none" rotWithShape="1">
              <a:gsLst>
                <a:gs pos="0">
                  <a:schemeClr val="accent1">
                    <a:lumMod val="5000"/>
                    <a:lumOff val="95000"/>
                  </a:schemeClr>
                </a:gs>
                <a:gs pos="74000">
                  <a:schemeClr val="bg2">
                    <a:lumMod val="90000"/>
                  </a:schemeClr>
                </a:gs>
                <a:gs pos="83000">
                  <a:schemeClr val="bg2">
                    <a:lumMod val="75000"/>
                  </a:schemeClr>
                </a:gs>
                <a:gs pos="100000">
                  <a:schemeClr val="bg2">
                    <a:lumMod val="5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58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20000"/>
            <a:lum/>
          </a:blip>
          <a:srcRect/>
          <a:stretch>
            <a:fillRect l="1000" t="93000" r="85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44838"/>
          </a:xfrm>
        </p:spPr>
        <p:txBody>
          <a:bodyPr>
            <a:normAutofit/>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628650" y="1395554"/>
            <a:ext cx="7886700" cy="4931327"/>
          </a:xfrm>
        </p:spPr>
        <p:txBody>
          <a:bodyPr/>
          <a:lstStyle>
            <a:lvl2pPr marL="685800" indent="-228600">
              <a:buFont typeface="Wingdings" panose="05000000000000000000" pitchFamily="2" charset="2"/>
              <a:buChar char="§"/>
              <a:defRPr sz="2200"/>
            </a:lvl2pPr>
            <a:lvl3pPr marL="1143000" indent="-228600">
              <a:buFont typeface="Courier New" panose="02070309020205020404" pitchFamily="49" charset="0"/>
              <a:buChar char="o"/>
              <a:defRPr sz="1800"/>
            </a:lvl3pPr>
            <a:lvl4pPr marL="1600200" indent="-228600">
              <a:buFont typeface="Franklin Gothic Book" panose="020B0503020102020204" pitchFamily="34" charset="0"/>
              <a:buChar char="―"/>
              <a:defRPr sz="1600"/>
            </a:lvl4pPr>
            <a:lvl5pPr marL="2057400" indent="-22860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1607128" y="6492873"/>
            <a:ext cx="5929744" cy="376239"/>
          </a:xfrm>
        </p:spPr>
        <p:txBody>
          <a:bodyPr anchor="t"/>
          <a:lstStyle>
            <a:lvl1pPr>
              <a:defRPr>
                <a:solidFill>
                  <a:schemeClr val="tx1">
                    <a:lumMod val="75000"/>
                    <a:lumOff val="25000"/>
                  </a:schemeClr>
                </a:solidFill>
                <a:latin typeface="+mj-lt"/>
              </a:defRPr>
            </a:lvl1pPr>
          </a:lstStyle>
          <a:p>
            <a:endParaRPr lang="hr-HR" dirty="0"/>
          </a:p>
        </p:txBody>
      </p:sp>
      <p:sp>
        <p:nvSpPr>
          <p:cNvPr id="6" name="Slide Number Placeholder 5"/>
          <p:cNvSpPr>
            <a:spLocks noGrp="1"/>
          </p:cNvSpPr>
          <p:nvPr>
            <p:ph type="sldNum" sz="quarter" idx="12"/>
          </p:nvPr>
        </p:nvSpPr>
        <p:spPr>
          <a:xfrm>
            <a:off x="7989455" y="6492873"/>
            <a:ext cx="525895" cy="365125"/>
          </a:xfrm>
          <a:prstGeom prst="rect">
            <a:avLst/>
          </a:prstGeom>
        </p:spPr>
        <p:txBody>
          <a:bodyPr anchor="t"/>
          <a:lstStyle>
            <a:lvl1pPr>
              <a:defRPr>
                <a:solidFill>
                  <a:schemeClr val="tx1">
                    <a:lumMod val="75000"/>
                    <a:lumOff val="25000"/>
                  </a:schemeClr>
                </a:solidFill>
              </a:defRPr>
            </a:lvl1pPr>
          </a:lstStyle>
          <a:p>
            <a:fld id="{FAA41844-C0CA-4144-9D6C-D993F0C0FAB4}" type="slidenum">
              <a:rPr lang="hr-HR" smtClean="0"/>
              <a:t>‹#›</a:t>
            </a:fld>
            <a:endParaRPr lang="hr-HR" dirty="0"/>
          </a:p>
        </p:txBody>
      </p:sp>
      <p:pic>
        <p:nvPicPr>
          <p:cNvPr id="10" name="Picture 9" descr="A screenshot of a video game&#10;&#10;Description automatically generated">
            <a:extLst>
              <a:ext uri="{FF2B5EF4-FFF2-40B4-BE49-F238E27FC236}">
                <a16:creationId xmlns:a16="http://schemas.microsoft.com/office/drawing/2014/main" id="{25117F72-A25C-4562-B741-ED2B6BAAA2BC}"/>
              </a:ext>
            </a:extLst>
          </p:cNvPr>
          <p:cNvPicPr>
            <a:picLocks noChangeAspect="1"/>
          </p:cNvPicPr>
          <p:nvPr/>
        </p:nvPicPr>
        <p:blipFill rotWithShape="1">
          <a:blip r:embed="rId3"/>
          <a:srcRect l="36650" b="772"/>
          <a:stretch/>
        </p:blipFill>
        <p:spPr>
          <a:xfrm>
            <a:off x="0" y="345965"/>
            <a:ext cx="554370" cy="864000"/>
          </a:xfrm>
          <a:prstGeom prst="rect">
            <a:avLst/>
          </a:prstGeom>
        </p:spPr>
      </p:pic>
      <p:grpSp>
        <p:nvGrpSpPr>
          <p:cNvPr id="4" name="Group 3">
            <a:extLst>
              <a:ext uri="{FF2B5EF4-FFF2-40B4-BE49-F238E27FC236}">
                <a16:creationId xmlns:a16="http://schemas.microsoft.com/office/drawing/2014/main" id="{33D72EFA-43C3-4986-8204-6D8755B204AF}"/>
              </a:ext>
            </a:extLst>
          </p:cNvPr>
          <p:cNvGrpSpPr/>
          <p:nvPr/>
        </p:nvGrpSpPr>
        <p:grpSpPr>
          <a:xfrm>
            <a:off x="8539904" y="435965"/>
            <a:ext cx="604096" cy="684000"/>
            <a:chOff x="24554" y="448418"/>
            <a:chExt cx="604096" cy="684000"/>
          </a:xfrm>
        </p:grpSpPr>
        <p:sp>
          <p:nvSpPr>
            <p:cNvPr id="15" name="Rectangle 14">
              <a:extLst>
                <a:ext uri="{FF2B5EF4-FFF2-40B4-BE49-F238E27FC236}">
                  <a16:creationId xmlns:a16="http://schemas.microsoft.com/office/drawing/2014/main" id="{2CFBAC80-66D2-4E1E-B3CA-BAEBB8E4FB80}"/>
                </a:ext>
              </a:extLst>
            </p:cNvPr>
            <p:cNvSpPr/>
            <p:nvPr userDrawn="1"/>
          </p:nvSpPr>
          <p:spPr>
            <a:xfrm>
              <a:off x="484650"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7912841-8D49-4A6E-A79D-84DDF6D39288}"/>
                </a:ext>
              </a:extLst>
            </p:cNvPr>
            <p:cNvSpPr/>
            <p:nvPr userDrawn="1"/>
          </p:nvSpPr>
          <p:spPr>
            <a:xfrm>
              <a:off x="25752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46B4486-4F05-4863-9050-63BBB7AAFF46}"/>
                </a:ext>
              </a:extLst>
            </p:cNvPr>
            <p:cNvSpPr/>
            <p:nvPr userDrawn="1"/>
          </p:nvSpPr>
          <p:spPr>
            <a:xfrm>
              <a:off x="2455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4" name="Straight Connector 23">
            <a:extLst>
              <a:ext uri="{FF2B5EF4-FFF2-40B4-BE49-F238E27FC236}">
                <a16:creationId xmlns:a16="http://schemas.microsoft.com/office/drawing/2014/main" id="{425EDF29-E7FA-42BB-A5D2-94CEEA4E580C}"/>
              </a:ext>
            </a:extLst>
          </p:cNvPr>
          <p:cNvCxnSpPr/>
          <p:nvPr/>
        </p:nvCxnSpPr>
        <p:spPr>
          <a:xfrm>
            <a:off x="1071418" y="1209961"/>
            <a:ext cx="6918037" cy="0"/>
          </a:xfrm>
          <a:prstGeom prst="line">
            <a:avLst/>
          </a:prstGeom>
          <a:ln w="12700">
            <a:gradFill flip="none" rotWithShape="1">
              <a:gsLst>
                <a:gs pos="0">
                  <a:schemeClr val="accent1">
                    <a:lumMod val="5000"/>
                    <a:lumOff val="95000"/>
                  </a:schemeClr>
                </a:gs>
                <a:gs pos="74000">
                  <a:schemeClr val="bg2">
                    <a:lumMod val="90000"/>
                  </a:schemeClr>
                </a:gs>
                <a:gs pos="83000">
                  <a:schemeClr val="bg2">
                    <a:lumMod val="75000"/>
                  </a:schemeClr>
                </a:gs>
                <a:gs pos="100000">
                  <a:schemeClr val="bg2">
                    <a:lumMod val="5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0347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p:bgPr>
        <a:blipFill dpi="0" rotWithShape="1">
          <a:blip r:embed="rId2">
            <a:alphaModFix amt="20000"/>
            <a:lum/>
          </a:blip>
          <a:srcRect/>
          <a:stretch>
            <a:fillRect l="1000" t="93000" r="85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44838"/>
          </a:xfrm>
        </p:spPr>
        <p:txBody>
          <a:bodyPr>
            <a:normAutofit/>
          </a:bodyPr>
          <a:lstStyle>
            <a:lvl1pPr>
              <a:defRPr sz="4000"/>
            </a:lvl1pPr>
          </a:lstStyle>
          <a:p>
            <a:r>
              <a:rPr lang="en-US"/>
              <a:t>Click to edit Master title style</a:t>
            </a:r>
            <a:endParaRPr lang="en-US" dirty="0"/>
          </a:p>
        </p:txBody>
      </p:sp>
      <p:sp>
        <p:nvSpPr>
          <p:cNvPr id="5" name="Footer Placeholder 4"/>
          <p:cNvSpPr>
            <a:spLocks noGrp="1"/>
          </p:cNvSpPr>
          <p:nvPr>
            <p:ph type="ftr" sz="quarter" idx="11"/>
          </p:nvPr>
        </p:nvSpPr>
        <p:spPr>
          <a:xfrm>
            <a:off x="1607128" y="6492873"/>
            <a:ext cx="5929744" cy="376239"/>
          </a:xfrm>
        </p:spPr>
        <p:txBody>
          <a:bodyPr anchor="t"/>
          <a:lstStyle>
            <a:lvl1pPr>
              <a:defRPr>
                <a:solidFill>
                  <a:schemeClr val="tx1">
                    <a:lumMod val="75000"/>
                    <a:lumOff val="25000"/>
                  </a:schemeClr>
                </a:solidFill>
                <a:latin typeface="+mj-lt"/>
              </a:defRPr>
            </a:lvl1pPr>
          </a:lstStyle>
          <a:p>
            <a:endParaRPr lang="hr-HR" dirty="0"/>
          </a:p>
        </p:txBody>
      </p:sp>
      <p:sp>
        <p:nvSpPr>
          <p:cNvPr id="6" name="Slide Number Placeholder 5"/>
          <p:cNvSpPr>
            <a:spLocks noGrp="1"/>
          </p:cNvSpPr>
          <p:nvPr>
            <p:ph type="sldNum" sz="quarter" idx="12"/>
          </p:nvPr>
        </p:nvSpPr>
        <p:spPr>
          <a:xfrm>
            <a:off x="7989455" y="6492873"/>
            <a:ext cx="525895" cy="365125"/>
          </a:xfrm>
          <a:prstGeom prst="rect">
            <a:avLst/>
          </a:prstGeom>
        </p:spPr>
        <p:txBody>
          <a:bodyPr anchor="t"/>
          <a:lstStyle>
            <a:lvl1pPr>
              <a:defRPr>
                <a:solidFill>
                  <a:schemeClr val="tx1">
                    <a:lumMod val="75000"/>
                    <a:lumOff val="25000"/>
                  </a:schemeClr>
                </a:solidFill>
              </a:defRPr>
            </a:lvl1pPr>
          </a:lstStyle>
          <a:p>
            <a:fld id="{FAA41844-C0CA-4144-9D6C-D993F0C0FAB4}" type="slidenum">
              <a:rPr lang="hr-HR" smtClean="0"/>
              <a:t>‹#›</a:t>
            </a:fld>
            <a:endParaRPr lang="hr-HR" dirty="0"/>
          </a:p>
        </p:txBody>
      </p:sp>
      <p:pic>
        <p:nvPicPr>
          <p:cNvPr id="10" name="Picture 9" descr="A screenshot of a video game&#10;&#10;Description automatically generated">
            <a:extLst>
              <a:ext uri="{FF2B5EF4-FFF2-40B4-BE49-F238E27FC236}">
                <a16:creationId xmlns:a16="http://schemas.microsoft.com/office/drawing/2014/main" id="{25117F72-A25C-4562-B741-ED2B6BAAA2BC}"/>
              </a:ext>
            </a:extLst>
          </p:cNvPr>
          <p:cNvPicPr>
            <a:picLocks noChangeAspect="1"/>
          </p:cNvPicPr>
          <p:nvPr/>
        </p:nvPicPr>
        <p:blipFill rotWithShape="1">
          <a:blip r:embed="rId3"/>
          <a:srcRect l="36650" b="772"/>
          <a:stretch/>
        </p:blipFill>
        <p:spPr>
          <a:xfrm>
            <a:off x="0" y="345965"/>
            <a:ext cx="554370" cy="864000"/>
          </a:xfrm>
          <a:prstGeom prst="rect">
            <a:avLst/>
          </a:prstGeom>
        </p:spPr>
      </p:pic>
      <p:grpSp>
        <p:nvGrpSpPr>
          <p:cNvPr id="4" name="Group 3">
            <a:extLst>
              <a:ext uri="{FF2B5EF4-FFF2-40B4-BE49-F238E27FC236}">
                <a16:creationId xmlns:a16="http://schemas.microsoft.com/office/drawing/2014/main" id="{33D72EFA-43C3-4986-8204-6D8755B204AF}"/>
              </a:ext>
            </a:extLst>
          </p:cNvPr>
          <p:cNvGrpSpPr/>
          <p:nvPr/>
        </p:nvGrpSpPr>
        <p:grpSpPr>
          <a:xfrm>
            <a:off x="8539904" y="435965"/>
            <a:ext cx="604096" cy="684000"/>
            <a:chOff x="24554" y="448418"/>
            <a:chExt cx="604096" cy="684000"/>
          </a:xfrm>
        </p:grpSpPr>
        <p:sp>
          <p:nvSpPr>
            <p:cNvPr id="15" name="Rectangle 14">
              <a:extLst>
                <a:ext uri="{FF2B5EF4-FFF2-40B4-BE49-F238E27FC236}">
                  <a16:creationId xmlns:a16="http://schemas.microsoft.com/office/drawing/2014/main" id="{2CFBAC80-66D2-4E1E-B3CA-BAEBB8E4FB80}"/>
                </a:ext>
              </a:extLst>
            </p:cNvPr>
            <p:cNvSpPr/>
            <p:nvPr userDrawn="1"/>
          </p:nvSpPr>
          <p:spPr>
            <a:xfrm>
              <a:off x="484650"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7912841-8D49-4A6E-A79D-84DDF6D39288}"/>
                </a:ext>
              </a:extLst>
            </p:cNvPr>
            <p:cNvSpPr/>
            <p:nvPr userDrawn="1"/>
          </p:nvSpPr>
          <p:spPr>
            <a:xfrm>
              <a:off x="25752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46B4486-4F05-4863-9050-63BBB7AAFF46}"/>
                </a:ext>
              </a:extLst>
            </p:cNvPr>
            <p:cNvSpPr/>
            <p:nvPr userDrawn="1"/>
          </p:nvSpPr>
          <p:spPr>
            <a:xfrm>
              <a:off x="2455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4" name="Straight Connector 23">
            <a:extLst>
              <a:ext uri="{FF2B5EF4-FFF2-40B4-BE49-F238E27FC236}">
                <a16:creationId xmlns:a16="http://schemas.microsoft.com/office/drawing/2014/main" id="{425EDF29-E7FA-42BB-A5D2-94CEEA4E580C}"/>
              </a:ext>
            </a:extLst>
          </p:cNvPr>
          <p:cNvCxnSpPr/>
          <p:nvPr/>
        </p:nvCxnSpPr>
        <p:spPr>
          <a:xfrm>
            <a:off x="1071418" y="1209961"/>
            <a:ext cx="6918037" cy="0"/>
          </a:xfrm>
          <a:prstGeom prst="line">
            <a:avLst/>
          </a:prstGeom>
          <a:ln w="12700">
            <a:gradFill flip="none" rotWithShape="1">
              <a:gsLst>
                <a:gs pos="0">
                  <a:schemeClr val="accent1">
                    <a:lumMod val="5000"/>
                    <a:lumOff val="95000"/>
                  </a:schemeClr>
                </a:gs>
                <a:gs pos="74000">
                  <a:schemeClr val="bg2">
                    <a:lumMod val="90000"/>
                  </a:schemeClr>
                </a:gs>
                <a:gs pos="83000">
                  <a:schemeClr val="bg2">
                    <a:lumMod val="75000"/>
                  </a:schemeClr>
                </a:gs>
                <a:gs pos="100000">
                  <a:schemeClr val="bg2">
                    <a:lumMod val="5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D1050AD4-29D0-47EA-9708-82FD8FAF1BFE}"/>
              </a:ext>
            </a:extLst>
          </p:cNvPr>
          <p:cNvSpPr>
            <a:spLocks noGrp="1"/>
          </p:cNvSpPr>
          <p:nvPr>
            <p:ph sz="half" idx="1"/>
          </p:nvPr>
        </p:nvSpPr>
        <p:spPr>
          <a:xfrm>
            <a:off x="628650" y="1413164"/>
            <a:ext cx="3886200" cy="4763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0C09F13D-5F40-4714-BA42-EFC264DE9677}"/>
              </a:ext>
            </a:extLst>
          </p:cNvPr>
          <p:cNvSpPr>
            <a:spLocks noGrp="1"/>
          </p:cNvSpPr>
          <p:nvPr>
            <p:ph sz="half" idx="2"/>
          </p:nvPr>
        </p:nvSpPr>
        <p:spPr>
          <a:xfrm>
            <a:off x="4629150" y="1413164"/>
            <a:ext cx="3886200" cy="4763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825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alphaModFix amt="20000"/>
            <a:lum/>
          </a:blip>
          <a:srcRect/>
          <a:stretch>
            <a:fillRect l="1000" t="93000" r="85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44838"/>
          </a:xfrm>
        </p:spPr>
        <p:txBody>
          <a:bodyPr>
            <a:normAutofit/>
          </a:bodyPr>
          <a:lstStyle>
            <a:lvl1pPr>
              <a:defRPr sz="4000"/>
            </a:lvl1pPr>
          </a:lstStyle>
          <a:p>
            <a:r>
              <a:rPr lang="en-US"/>
              <a:t>Click to edit Master title style</a:t>
            </a:r>
            <a:endParaRPr lang="en-US" dirty="0"/>
          </a:p>
        </p:txBody>
      </p:sp>
      <p:sp>
        <p:nvSpPr>
          <p:cNvPr id="5" name="Footer Placeholder 4"/>
          <p:cNvSpPr>
            <a:spLocks noGrp="1"/>
          </p:cNvSpPr>
          <p:nvPr>
            <p:ph type="ftr" sz="quarter" idx="11"/>
          </p:nvPr>
        </p:nvSpPr>
        <p:spPr>
          <a:xfrm>
            <a:off x="1607128" y="6492873"/>
            <a:ext cx="5929744" cy="376239"/>
          </a:xfrm>
        </p:spPr>
        <p:txBody>
          <a:bodyPr anchor="t"/>
          <a:lstStyle>
            <a:lvl1pPr>
              <a:defRPr>
                <a:solidFill>
                  <a:schemeClr val="tx1">
                    <a:lumMod val="75000"/>
                    <a:lumOff val="25000"/>
                  </a:schemeClr>
                </a:solidFill>
                <a:latin typeface="+mj-lt"/>
              </a:defRPr>
            </a:lvl1pPr>
          </a:lstStyle>
          <a:p>
            <a:endParaRPr lang="hr-HR" dirty="0"/>
          </a:p>
        </p:txBody>
      </p:sp>
      <p:sp>
        <p:nvSpPr>
          <p:cNvPr id="6" name="Slide Number Placeholder 5"/>
          <p:cNvSpPr>
            <a:spLocks noGrp="1"/>
          </p:cNvSpPr>
          <p:nvPr>
            <p:ph type="sldNum" sz="quarter" idx="12"/>
          </p:nvPr>
        </p:nvSpPr>
        <p:spPr>
          <a:xfrm>
            <a:off x="7989455" y="6492873"/>
            <a:ext cx="525895" cy="365125"/>
          </a:xfrm>
          <a:prstGeom prst="rect">
            <a:avLst/>
          </a:prstGeom>
        </p:spPr>
        <p:txBody>
          <a:bodyPr anchor="t"/>
          <a:lstStyle>
            <a:lvl1pPr>
              <a:defRPr>
                <a:solidFill>
                  <a:schemeClr val="tx1">
                    <a:lumMod val="75000"/>
                    <a:lumOff val="25000"/>
                  </a:schemeClr>
                </a:solidFill>
              </a:defRPr>
            </a:lvl1pPr>
          </a:lstStyle>
          <a:p>
            <a:fld id="{FAA41844-C0CA-4144-9D6C-D993F0C0FAB4}" type="slidenum">
              <a:rPr lang="hr-HR" smtClean="0"/>
              <a:t>‹#›</a:t>
            </a:fld>
            <a:endParaRPr lang="hr-HR" dirty="0"/>
          </a:p>
        </p:txBody>
      </p:sp>
      <p:pic>
        <p:nvPicPr>
          <p:cNvPr id="10" name="Picture 9" descr="A screenshot of a video game&#10;&#10;Description automatically generated">
            <a:extLst>
              <a:ext uri="{FF2B5EF4-FFF2-40B4-BE49-F238E27FC236}">
                <a16:creationId xmlns:a16="http://schemas.microsoft.com/office/drawing/2014/main" id="{25117F72-A25C-4562-B741-ED2B6BAAA2BC}"/>
              </a:ext>
            </a:extLst>
          </p:cNvPr>
          <p:cNvPicPr>
            <a:picLocks noChangeAspect="1"/>
          </p:cNvPicPr>
          <p:nvPr/>
        </p:nvPicPr>
        <p:blipFill rotWithShape="1">
          <a:blip r:embed="rId3"/>
          <a:srcRect l="36650" b="772"/>
          <a:stretch/>
        </p:blipFill>
        <p:spPr>
          <a:xfrm>
            <a:off x="0" y="345965"/>
            <a:ext cx="554370" cy="864000"/>
          </a:xfrm>
          <a:prstGeom prst="rect">
            <a:avLst/>
          </a:prstGeom>
        </p:spPr>
      </p:pic>
      <p:grpSp>
        <p:nvGrpSpPr>
          <p:cNvPr id="4" name="Group 3">
            <a:extLst>
              <a:ext uri="{FF2B5EF4-FFF2-40B4-BE49-F238E27FC236}">
                <a16:creationId xmlns:a16="http://schemas.microsoft.com/office/drawing/2014/main" id="{33D72EFA-43C3-4986-8204-6D8755B204AF}"/>
              </a:ext>
            </a:extLst>
          </p:cNvPr>
          <p:cNvGrpSpPr/>
          <p:nvPr/>
        </p:nvGrpSpPr>
        <p:grpSpPr>
          <a:xfrm>
            <a:off x="8539904" y="435965"/>
            <a:ext cx="604096" cy="684000"/>
            <a:chOff x="24554" y="448418"/>
            <a:chExt cx="604096" cy="684000"/>
          </a:xfrm>
        </p:grpSpPr>
        <p:sp>
          <p:nvSpPr>
            <p:cNvPr id="15" name="Rectangle 14">
              <a:extLst>
                <a:ext uri="{FF2B5EF4-FFF2-40B4-BE49-F238E27FC236}">
                  <a16:creationId xmlns:a16="http://schemas.microsoft.com/office/drawing/2014/main" id="{2CFBAC80-66D2-4E1E-B3CA-BAEBB8E4FB80}"/>
                </a:ext>
              </a:extLst>
            </p:cNvPr>
            <p:cNvSpPr/>
            <p:nvPr userDrawn="1"/>
          </p:nvSpPr>
          <p:spPr>
            <a:xfrm>
              <a:off x="484650"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7912841-8D49-4A6E-A79D-84DDF6D39288}"/>
                </a:ext>
              </a:extLst>
            </p:cNvPr>
            <p:cNvSpPr/>
            <p:nvPr userDrawn="1"/>
          </p:nvSpPr>
          <p:spPr>
            <a:xfrm>
              <a:off x="25752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46B4486-4F05-4863-9050-63BBB7AAFF46}"/>
                </a:ext>
              </a:extLst>
            </p:cNvPr>
            <p:cNvSpPr/>
            <p:nvPr userDrawn="1"/>
          </p:nvSpPr>
          <p:spPr>
            <a:xfrm>
              <a:off x="2455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4" name="Straight Connector 23">
            <a:extLst>
              <a:ext uri="{FF2B5EF4-FFF2-40B4-BE49-F238E27FC236}">
                <a16:creationId xmlns:a16="http://schemas.microsoft.com/office/drawing/2014/main" id="{425EDF29-E7FA-42BB-A5D2-94CEEA4E580C}"/>
              </a:ext>
            </a:extLst>
          </p:cNvPr>
          <p:cNvCxnSpPr/>
          <p:nvPr/>
        </p:nvCxnSpPr>
        <p:spPr>
          <a:xfrm>
            <a:off x="1071418" y="1209961"/>
            <a:ext cx="6918037" cy="0"/>
          </a:xfrm>
          <a:prstGeom prst="line">
            <a:avLst/>
          </a:prstGeom>
          <a:ln w="12700">
            <a:gradFill flip="none" rotWithShape="1">
              <a:gsLst>
                <a:gs pos="0">
                  <a:schemeClr val="accent1">
                    <a:lumMod val="5000"/>
                    <a:lumOff val="95000"/>
                  </a:schemeClr>
                </a:gs>
                <a:gs pos="74000">
                  <a:schemeClr val="bg2">
                    <a:lumMod val="90000"/>
                  </a:schemeClr>
                </a:gs>
                <a:gs pos="83000">
                  <a:schemeClr val="bg2">
                    <a:lumMod val="75000"/>
                  </a:schemeClr>
                </a:gs>
                <a:gs pos="100000">
                  <a:schemeClr val="bg2">
                    <a:lumMod val="5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377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2">
            <a:alphaModFix amt="20000"/>
            <a:lum/>
          </a:blip>
          <a:srcRect/>
          <a:stretch>
            <a:fillRect l="1000" t="93000" r="85000" b="1000"/>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607128" y="6492873"/>
            <a:ext cx="5929744" cy="376239"/>
          </a:xfrm>
        </p:spPr>
        <p:txBody>
          <a:bodyPr anchor="t"/>
          <a:lstStyle>
            <a:lvl1pPr>
              <a:defRPr>
                <a:solidFill>
                  <a:schemeClr val="tx1">
                    <a:lumMod val="75000"/>
                    <a:lumOff val="25000"/>
                  </a:schemeClr>
                </a:solidFill>
                <a:latin typeface="+mj-lt"/>
              </a:defRPr>
            </a:lvl1pPr>
          </a:lstStyle>
          <a:p>
            <a:endParaRPr lang="hr-HR" dirty="0"/>
          </a:p>
        </p:txBody>
      </p:sp>
      <p:sp>
        <p:nvSpPr>
          <p:cNvPr id="6" name="Slide Number Placeholder 5"/>
          <p:cNvSpPr>
            <a:spLocks noGrp="1"/>
          </p:cNvSpPr>
          <p:nvPr>
            <p:ph type="sldNum" sz="quarter" idx="12"/>
          </p:nvPr>
        </p:nvSpPr>
        <p:spPr>
          <a:xfrm>
            <a:off x="7989455" y="6492873"/>
            <a:ext cx="525895" cy="365125"/>
          </a:xfrm>
          <a:prstGeom prst="rect">
            <a:avLst/>
          </a:prstGeom>
        </p:spPr>
        <p:txBody>
          <a:bodyPr anchor="t"/>
          <a:lstStyle>
            <a:lvl1pPr>
              <a:defRPr>
                <a:solidFill>
                  <a:schemeClr val="tx1">
                    <a:lumMod val="75000"/>
                    <a:lumOff val="25000"/>
                  </a:schemeClr>
                </a:solidFill>
              </a:defRPr>
            </a:lvl1pPr>
          </a:lstStyle>
          <a:p>
            <a:fld id="{FAA41844-C0CA-4144-9D6C-D993F0C0FAB4}" type="slidenum">
              <a:rPr lang="hr-HR" smtClean="0"/>
              <a:t>‹#›</a:t>
            </a:fld>
            <a:endParaRPr lang="hr-HR" dirty="0"/>
          </a:p>
        </p:txBody>
      </p:sp>
      <p:pic>
        <p:nvPicPr>
          <p:cNvPr id="10" name="Picture 9" descr="A screenshot of a video game&#10;&#10;Description automatically generated">
            <a:extLst>
              <a:ext uri="{FF2B5EF4-FFF2-40B4-BE49-F238E27FC236}">
                <a16:creationId xmlns:a16="http://schemas.microsoft.com/office/drawing/2014/main" id="{25117F72-A25C-4562-B741-ED2B6BAAA2BC}"/>
              </a:ext>
            </a:extLst>
          </p:cNvPr>
          <p:cNvPicPr>
            <a:picLocks noChangeAspect="1"/>
          </p:cNvPicPr>
          <p:nvPr/>
        </p:nvPicPr>
        <p:blipFill rotWithShape="1">
          <a:blip r:embed="rId3"/>
          <a:srcRect l="36650" b="772"/>
          <a:stretch/>
        </p:blipFill>
        <p:spPr>
          <a:xfrm>
            <a:off x="0" y="345965"/>
            <a:ext cx="554370" cy="864000"/>
          </a:xfrm>
          <a:prstGeom prst="rect">
            <a:avLst/>
          </a:prstGeom>
        </p:spPr>
      </p:pic>
      <p:grpSp>
        <p:nvGrpSpPr>
          <p:cNvPr id="4" name="Group 3">
            <a:extLst>
              <a:ext uri="{FF2B5EF4-FFF2-40B4-BE49-F238E27FC236}">
                <a16:creationId xmlns:a16="http://schemas.microsoft.com/office/drawing/2014/main" id="{33D72EFA-43C3-4986-8204-6D8755B204AF}"/>
              </a:ext>
            </a:extLst>
          </p:cNvPr>
          <p:cNvGrpSpPr/>
          <p:nvPr/>
        </p:nvGrpSpPr>
        <p:grpSpPr>
          <a:xfrm>
            <a:off x="8539904" y="435965"/>
            <a:ext cx="604096" cy="684000"/>
            <a:chOff x="24554" y="448418"/>
            <a:chExt cx="604096" cy="684000"/>
          </a:xfrm>
        </p:grpSpPr>
        <p:sp>
          <p:nvSpPr>
            <p:cNvPr id="15" name="Rectangle 14">
              <a:extLst>
                <a:ext uri="{FF2B5EF4-FFF2-40B4-BE49-F238E27FC236}">
                  <a16:creationId xmlns:a16="http://schemas.microsoft.com/office/drawing/2014/main" id="{2CFBAC80-66D2-4E1E-B3CA-BAEBB8E4FB80}"/>
                </a:ext>
              </a:extLst>
            </p:cNvPr>
            <p:cNvSpPr/>
            <p:nvPr userDrawn="1"/>
          </p:nvSpPr>
          <p:spPr>
            <a:xfrm>
              <a:off x="484650"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7912841-8D49-4A6E-A79D-84DDF6D39288}"/>
                </a:ext>
              </a:extLst>
            </p:cNvPr>
            <p:cNvSpPr/>
            <p:nvPr userDrawn="1"/>
          </p:nvSpPr>
          <p:spPr>
            <a:xfrm>
              <a:off x="25752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46B4486-4F05-4863-9050-63BBB7AAFF46}"/>
                </a:ext>
              </a:extLst>
            </p:cNvPr>
            <p:cNvSpPr/>
            <p:nvPr userDrawn="1"/>
          </p:nvSpPr>
          <p:spPr>
            <a:xfrm>
              <a:off x="24554" y="448418"/>
              <a:ext cx="144000" cy="684000"/>
            </a:xfrm>
            <a:prstGeom prst="rect">
              <a:avLst/>
            </a:prstGeom>
            <a:solidFill>
              <a:srgbClr val="FFB400"/>
            </a:solidFill>
            <a:ln>
              <a:solidFill>
                <a:srgbClr val="FFB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8437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itle">
  <p:cSld name="1_Title Slide">
    <p:spTree>
      <p:nvGrpSpPr>
        <p:cNvPr id="1" name=""/>
        <p:cNvGrpSpPr/>
        <p:nvPr/>
      </p:nvGrpSpPr>
      <p:grpSpPr>
        <a:xfrm>
          <a:off x="0" y="0"/>
          <a:ext cx="0" cy="0"/>
          <a:chOff x="0" y="0"/>
          <a:chExt cx="0" cy="0"/>
        </a:xfrm>
      </p:grpSpPr>
      <p:sp>
        <p:nvSpPr>
          <p:cNvPr id="324610" name="Rectangle 2"/>
          <p:cNvSpPr>
            <a:spLocks noGrp="1" noChangeArrowheads="1"/>
          </p:cNvSpPr>
          <p:nvPr>
            <p:ph type="ctrTitle" sz="quarter"/>
          </p:nvPr>
        </p:nvSpPr>
        <p:spPr>
          <a:xfrm>
            <a:off x="0" y="1"/>
            <a:ext cx="9144000" cy="1124744"/>
          </a:xfrm>
          <a:solidFill>
            <a:schemeClr val="bg1"/>
          </a:solidFill>
        </p:spPr>
        <p:txBody>
          <a:bodyPr/>
          <a:lstStyle>
            <a:lvl1pPr>
              <a:defRPr sz="4000"/>
            </a:lvl1pPr>
          </a:lstStyle>
          <a:p>
            <a:r>
              <a:rPr lang="en-US" noProof="0"/>
              <a:t>Click to edit Master title style</a:t>
            </a:r>
            <a:endParaRPr lang="hr-HR" noProof="0" dirty="0"/>
          </a:p>
        </p:txBody>
      </p:sp>
      <p:sp>
        <p:nvSpPr>
          <p:cNvPr id="324611" name="Rectangle 3"/>
          <p:cNvSpPr>
            <a:spLocks noGrp="1" noChangeArrowheads="1"/>
          </p:cNvSpPr>
          <p:nvPr>
            <p:ph type="subTitle" sz="quarter" idx="1"/>
          </p:nvPr>
        </p:nvSpPr>
        <p:spPr>
          <a:xfrm>
            <a:off x="0" y="2997200"/>
            <a:ext cx="9144000" cy="1222375"/>
          </a:xfrm>
        </p:spPr>
        <p:txBody>
          <a:bodyPr/>
          <a:lstStyle>
            <a:lvl1pPr marL="0" indent="0" algn="ctr">
              <a:buFont typeface="Wingdings" pitchFamily="2" charset="2"/>
              <a:buNone/>
              <a:defRPr sz="2800" b="1">
                <a:solidFill>
                  <a:schemeClr val="accent1"/>
                </a:solidFill>
                <a:effectLst>
                  <a:outerShdw blurRad="38100" dist="38100" dir="2700000" algn="tl">
                    <a:srgbClr val="000000"/>
                  </a:outerShdw>
                </a:effectLst>
              </a:defRPr>
            </a:lvl1pPr>
          </a:lstStyle>
          <a:p>
            <a:r>
              <a:rPr lang="en-US" noProof="0"/>
              <a:t>Click to edit Master subtitle style</a:t>
            </a:r>
            <a:endParaRPr lang="hr-HR" noProof="0" dirty="0"/>
          </a:p>
        </p:txBody>
      </p:sp>
      <p:sp>
        <p:nvSpPr>
          <p:cNvPr id="170" name="Rectangle 325"/>
          <p:cNvSpPr>
            <a:spLocks noChangeArrowheads="1"/>
          </p:cNvSpPr>
          <p:nvPr/>
        </p:nvSpPr>
        <p:spPr bwMode="auto">
          <a:xfrm>
            <a:off x="0" y="3573463"/>
            <a:ext cx="9144000" cy="1295400"/>
          </a:xfrm>
          <a:prstGeom prst="rect">
            <a:avLst/>
          </a:prstGeom>
          <a:noFill/>
          <a:ln w="9525">
            <a:noFill/>
            <a:miter lim="800000"/>
            <a:headEnd/>
            <a:tailEnd/>
          </a:ln>
          <a:effectLst/>
        </p:spPr>
        <p:txBody>
          <a:bodyPr/>
          <a:lstStyle/>
          <a:p>
            <a:pPr eaLnBrk="1" hangingPunct="1">
              <a:spcBef>
                <a:spcPct val="20000"/>
              </a:spcBef>
              <a:buClr>
                <a:schemeClr val="hlink"/>
              </a:buClr>
              <a:buSzPct val="65000"/>
              <a:buFont typeface="Wingdings" pitchFamily="2" charset="2"/>
              <a:buNone/>
              <a:defRPr/>
            </a:pPr>
            <a:endParaRPr lang="hr-HR" sz="2800" noProof="0" dirty="0">
              <a:solidFill>
                <a:srgbClr val="FF9900"/>
              </a:solidFill>
              <a:effectLst>
                <a:outerShdw blurRad="38100" dist="38100" dir="2700000" algn="tl">
                  <a:srgbClr val="000000"/>
                </a:outerShdw>
              </a:effectLst>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4358" y="5597395"/>
            <a:ext cx="61912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892974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19138"/>
          </a:xfrm>
        </p:spPr>
        <p:txBody>
          <a:bodyPr/>
          <a:lstStyle/>
          <a:p>
            <a:r>
              <a:rPr lang="en-US" noProof="0"/>
              <a:t>Click to edit Master title style</a:t>
            </a:r>
            <a:endParaRPr lang="hr-HR" noProof="0" dirty="0"/>
          </a:p>
        </p:txBody>
      </p:sp>
      <p:sp>
        <p:nvSpPr>
          <p:cNvPr id="3" name="Text Placeholder 2"/>
          <p:cNvSpPr>
            <a:spLocks noGrp="1"/>
          </p:cNvSpPr>
          <p:nvPr>
            <p:ph type="body" sz="half" idx="1"/>
          </p:nvPr>
        </p:nvSpPr>
        <p:spPr>
          <a:xfrm>
            <a:off x="0" y="836613"/>
            <a:ext cx="4495800" cy="554513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hr-HR" noProof="0" dirty="0"/>
          </a:p>
        </p:txBody>
      </p:sp>
      <p:sp>
        <p:nvSpPr>
          <p:cNvPr id="4" name="Content Placeholder 3"/>
          <p:cNvSpPr>
            <a:spLocks noGrp="1"/>
          </p:cNvSpPr>
          <p:nvPr>
            <p:ph sz="half" idx="2"/>
          </p:nvPr>
        </p:nvSpPr>
        <p:spPr>
          <a:xfrm>
            <a:off x="4648200" y="836613"/>
            <a:ext cx="4495800" cy="554513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hr-HR" noProof="0" dirty="0"/>
          </a:p>
        </p:txBody>
      </p:sp>
      <p:sp>
        <p:nvSpPr>
          <p:cNvPr id="5" name="Rectangle 4"/>
          <p:cNvSpPr>
            <a:spLocks noGrp="1" noChangeArrowheads="1"/>
          </p:cNvSpPr>
          <p:nvPr>
            <p:ph type="dt" sz="half" idx="10"/>
          </p:nvPr>
        </p:nvSpPr>
        <p:spPr>
          <a:ln/>
        </p:spPr>
        <p:txBody>
          <a:bodyPr/>
          <a:lstStyle>
            <a:lvl1pPr>
              <a:defRPr/>
            </a:lvl1pPr>
          </a:lstStyle>
          <a:p>
            <a:fld id="{E46E8F5E-7C26-4DBA-9CDF-6E3092DFB447}" type="datetime1">
              <a:rPr lang="hr-HR" smtClean="0"/>
              <a:t>23.10.2025.</a:t>
            </a:fld>
            <a:endParaRPr lang="hr-HR" dirty="0"/>
          </a:p>
        </p:txBody>
      </p:sp>
      <p:sp>
        <p:nvSpPr>
          <p:cNvPr id="6" name="Rectangle 5"/>
          <p:cNvSpPr>
            <a:spLocks noGrp="1" noChangeArrowheads="1"/>
          </p:cNvSpPr>
          <p:nvPr>
            <p:ph type="ftr" sz="quarter" idx="11"/>
          </p:nvPr>
        </p:nvSpPr>
        <p:spPr>
          <a:ln/>
        </p:spPr>
        <p:txBody>
          <a:bodyPr/>
          <a:lstStyle>
            <a:lvl1pPr>
              <a:defRPr/>
            </a:lvl1pPr>
          </a:lstStyle>
          <a:p>
            <a:endParaRPr lang="hr-HR" dirty="0"/>
          </a:p>
        </p:txBody>
      </p:sp>
      <p:sp>
        <p:nvSpPr>
          <p:cNvPr id="7" name="Rectangle 6"/>
          <p:cNvSpPr>
            <a:spLocks noGrp="1" noChangeArrowheads="1"/>
          </p:cNvSpPr>
          <p:nvPr>
            <p:ph type="sldNum" sz="quarter" idx="12"/>
          </p:nvPr>
        </p:nvSpPr>
        <p:spPr>
          <a:ln/>
        </p:spPr>
        <p:txBody>
          <a:bodyPr/>
          <a:lstStyle>
            <a:lvl1pPr>
              <a:defRPr/>
            </a:lvl1pPr>
          </a:lstStyle>
          <a:p>
            <a:fld id="{FAA41844-C0CA-4144-9D6C-D993F0C0FAB4}" type="slidenum">
              <a:rPr lang="hr-HR" smtClean="0"/>
              <a:t>‹#›</a:t>
            </a:fld>
            <a:endParaRPr lang="hr-HR" dirty="0"/>
          </a:p>
        </p:txBody>
      </p:sp>
    </p:spTree>
    <p:extLst>
      <p:ext uri="{BB962C8B-B14F-4D97-AF65-F5344CB8AC3E}">
        <p14:creationId xmlns:p14="http://schemas.microsoft.com/office/powerpoint/2010/main" val="43282859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Blank">
            <a:extLst>
              <a:ext uri="{FF2B5EF4-FFF2-40B4-BE49-F238E27FC236}">
                <a16:creationId xmlns:a16="http://schemas.microsoft.com/office/drawing/2014/main" id="{DF900481-7CD7-44CE-90E6-3583037D52D9}"/>
              </a:ext>
            </a:extLst>
          </p:cNvPr>
          <p:cNvSpPr/>
          <p:nvPr/>
        </p:nvSpPr>
        <p:spPr bwMode="auto">
          <a:xfrm>
            <a:off x="13527" y="-4384"/>
            <a:ext cx="9144000" cy="990600"/>
          </a:xfrm>
          <a:prstGeom prst="rect">
            <a:avLst/>
          </a:prstGeom>
          <a:solidFill>
            <a:schemeClr val="bg1"/>
          </a:solidFill>
          <a:ln w="12700" cap="flat" cmpd="sng" algn="ctr">
            <a:noFill/>
            <a:prstDash val="solid"/>
            <a:round/>
            <a:headEnd type="none" w="med" len="med"/>
            <a:tailEnd type="none" w="lg" len="lg"/>
          </a:ln>
          <a:effectLst/>
        </p:spPr>
        <p:txBody>
          <a:bodyPr vert="horz" wrap="none" lIns="50899" tIns="25004" rIns="50899" bIns="25004" numCol="1" rtlCol="0" anchor="ctr" anchorCtr="0" compatLnSpc="1">
            <a:prstTxWarp prst="textNoShape">
              <a:avLst/>
            </a:prstTxWarp>
            <a:normAutofit/>
          </a:bodyPr>
          <a:lstStyle/>
          <a:p>
            <a:pPr marL="0" marR="0" indent="0" algn="ctr" defTabSz="514350" rtl="0" eaLnBrk="0" fontAlgn="base" latinLnBrk="0" hangingPunct="0">
              <a:lnSpc>
                <a:spcPct val="100000"/>
              </a:lnSpc>
              <a:spcBef>
                <a:spcPct val="0"/>
              </a:spcBef>
              <a:spcAft>
                <a:spcPct val="0"/>
              </a:spcAft>
              <a:buClrTx/>
              <a:buSzTx/>
              <a:buFontTx/>
              <a:buNone/>
              <a:tabLst/>
            </a:pPr>
            <a:endParaRPr kumimoji="0" lang="hr-HR" sz="1125" b="1" i="0" u="none" strike="noStrike" cap="none" normalizeH="0" baseline="0" noProof="0" dirty="0">
              <a:ln>
                <a:noFill/>
              </a:ln>
              <a:solidFill>
                <a:schemeClr val="tx1"/>
              </a:solidFill>
              <a:effectLst/>
              <a:latin typeface="Franklin Gothic Medium" pitchFamily="34" charset="0"/>
            </a:endParaRPr>
          </a:p>
        </p:txBody>
      </p:sp>
      <p:sp>
        <p:nvSpPr>
          <p:cNvPr id="2" name="Title 1"/>
          <p:cNvSpPr>
            <a:spLocks noGrp="1"/>
          </p:cNvSpPr>
          <p:nvPr>
            <p:ph type="ctrTitle"/>
          </p:nvPr>
        </p:nvSpPr>
        <p:spPr>
          <a:xfrm>
            <a:off x="462947" y="3752009"/>
            <a:ext cx="8245162" cy="1475013"/>
          </a:xfrm>
          <a:effectLst/>
        </p:spPr>
        <p:txBody>
          <a:bodyPr anchor="b" anchorCtr="1">
            <a:normAutofit/>
          </a:bodyPr>
          <a:lstStyle>
            <a:lvl1pPr>
              <a:defRPr sz="28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2949" y="5227023"/>
            <a:ext cx="8245160" cy="590321"/>
          </a:xfrm>
        </p:spPr>
        <p:txBody>
          <a:bodyPr anchor="t">
            <a:normAutofit/>
          </a:bodyPr>
          <a:lstStyle>
            <a:lvl1pPr marL="0" indent="0" algn="ctr">
              <a:buNone/>
              <a:defRPr sz="1200" cap="none">
                <a:solidFill>
                  <a:schemeClr val="tx1"/>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46E8F5E-7C26-4DBA-9CDF-6E3092DFB447}" type="datetime1">
              <a:rPr lang="hr-HR" smtClean="0"/>
              <a:t>23.10.2025.</a:t>
            </a:fld>
            <a:endParaRPr lang="hr-HR"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hr-HR"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FAA41844-C0CA-4144-9D6C-D993F0C0FAB4}" type="slidenum">
              <a:rPr lang="hr-HR" smtClean="0"/>
              <a:t>‹#›</a:t>
            </a:fld>
            <a:endParaRPr lang="hr-HR" dirty="0"/>
          </a:p>
        </p:txBody>
      </p:sp>
      <p:pic>
        <p:nvPicPr>
          <p:cNvPr id="11" name="UNI_Logo">
            <a:extLst>
              <a:ext uri="{FF2B5EF4-FFF2-40B4-BE49-F238E27FC236}">
                <a16:creationId xmlns:a16="http://schemas.microsoft.com/office/drawing/2014/main" id="{B60ABF21-F805-4F5C-9378-DA9D7D2CB64E}"/>
              </a:ext>
            </a:extLst>
          </p:cNvPr>
          <p:cNvPicPr>
            <a:picLocks noChangeAspect="1"/>
          </p:cNvPicPr>
          <p:nvPr/>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40606" t="17629" r="15252" b="19248"/>
          <a:stretch/>
        </p:blipFill>
        <p:spPr>
          <a:xfrm>
            <a:off x="6770836" y="262594"/>
            <a:ext cx="727345" cy="720000"/>
          </a:xfrm>
          <a:prstGeom prst="rect">
            <a:avLst/>
          </a:prstGeom>
        </p:spPr>
      </p:pic>
      <p:pic>
        <p:nvPicPr>
          <p:cNvPr id="12" name="FER_logo" descr="A close up of a logo&#10;&#10;Description automatically generated">
            <a:extLst>
              <a:ext uri="{FF2B5EF4-FFF2-40B4-BE49-F238E27FC236}">
                <a16:creationId xmlns:a16="http://schemas.microsoft.com/office/drawing/2014/main" id="{EC1CAE0A-3E29-4F8A-A85F-FFEEA390805D}"/>
              </a:ext>
            </a:extLst>
          </p:cNvPr>
          <p:cNvPicPr>
            <a:picLocks noChangeAspect="1"/>
          </p:cNvPicPr>
          <p:nvPr/>
        </p:nvPicPr>
        <p:blipFill rotWithShape="1">
          <a:blip r:embed="rId4">
            <a:alphaModFix amt="79000"/>
          </a:blip>
          <a:srcRect l="13474" t="23715" r="15700" b="21450"/>
          <a:stretch/>
        </p:blipFill>
        <p:spPr>
          <a:xfrm>
            <a:off x="7629063" y="345375"/>
            <a:ext cx="1188000" cy="582400"/>
          </a:xfrm>
          <a:prstGeom prst="rect">
            <a:avLst/>
          </a:prstGeom>
        </p:spPr>
      </p:pic>
      <p:sp>
        <p:nvSpPr>
          <p:cNvPr id="13" name="Course">
            <a:extLst>
              <a:ext uri="{FF2B5EF4-FFF2-40B4-BE49-F238E27FC236}">
                <a16:creationId xmlns:a16="http://schemas.microsoft.com/office/drawing/2014/main" id="{606EE227-E1A4-48CD-8072-A5BFFE497034}"/>
              </a:ext>
            </a:extLst>
          </p:cNvPr>
          <p:cNvSpPr txBox="1"/>
          <p:nvPr/>
        </p:nvSpPr>
        <p:spPr>
          <a:xfrm>
            <a:off x="6309966" y="2336793"/>
            <a:ext cx="2398143" cy="561474"/>
          </a:xfrm>
          <a:prstGeom prst="rect">
            <a:avLst/>
          </a:prstGeom>
          <a:noFill/>
        </p:spPr>
        <p:txBody>
          <a:bodyPr wrap="square">
            <a:normAutofit fontScale="85000" lnSpcReduction="10000"/>
          </a:bodyPr>
          <a:lstStyle/>
          <a:p>
            <a:pPr marL="0" algn="l" defTabSz="457200" rtl="0" eaLnBrk="1" latinLnBrk="0" hangingPunct="1">
              <a:lnSpc>
                <a:spcPct val="110000"/>
              </a:lnSpc>
            </a:pPr>
            <a:r>
              <a:rPr lang="hr-HR" sz="1800" b="1" kern="1200" cap="small" noProof="0" dirty="0">
                <a:solidFill>
                  <a:srgbClr val="363636"/>
                </a:solidFill>
                <a:latin typeface="Century Gothic" panose="020B0502020202020204" pitchFamily="34" charset="0"/>
                <a:ea typeface="+mn-ea"/>
                <a:cs typeface="+mn-cs"/>
              </a:rPr>
              <a:t>Programsko inženjerstvo</a:t>
            </a:r>
          </a:p>
          <a:p>
            <a:pPr marL="0" algn="l" defTabSz="457200" rtl="0" eaLnBrk="1" latinLnBrk="0" hangingPunct="1">
              <a:lnSpc>
                <a:spcPct val="110000"/>
              </a:lnSpc>
            </a:pPr>
            <a:r>
              <a:rPr lang="hr-HR" sz="1800" b="1" kern="1200" cap="small" dirty="0">
                <a:solidFill>
                  <a:srgbClr val="363636"/>
                </a:solidFill>
                <a:latin typeface="Century Gothic" panose="020B0502020202020204" pitchFamily="34" charset="0"/>
                <a:ea typeface="+mn-ea"/>
                <a:cs typeface="+mn-cs"/>
              </a:rPr>
              <a:t>ID 183400</a:t>
            </a:r>
            <a:endParaRPr lang="en-US" sz="1200" noProof="0" dirty="0"/>
          </a:p>
        </p:txBody>
      </p:sp>
      <p:pic>
        <p:nvPicPr>
          <p:cNvPr id="16" name="Picture 15">
            <a:extLst>
              <a:ext uri="{FF2B5EF4-FFF2-40B4-BE49-F238E27FC236}">
                <a16:creationId xmlns:a16="http://schemas.microsoft.com/office/drawing/2014/main" id="{14A5D7BB-0877-4A5C-8FF5-FD8D403DFCF7}"/>
              </a:ext>
            </a:extLst>
          </p:cNvPr>
          <p:cNvPicPr>
            <a:picLocks noChangeAspect="1"/>
          </p:cNvPicPr>
          <p:nvPr/>
        </p:nvPicPr>
        <p:blipFill>
          <a:blip r:embed="rId5"/>
          <a:stretch>
            <a:fillRect/>
          </a:stretch>
        </p:blipFill>
        <p:spPr>
          <a:xfrm>
            <a:off x="187970" y="0"/>
            <a:ext cx="3204212" cy="2774084"/>
          </a:xfrm>
          <a:prstGeom prst="rect">
            <a:avLst/>
          </a:prstGeom>
        </p:spPr>
      </p:pic>
      <p:sp>
        <p:nvSpPr>
          <p:cNvPr id="4" name="TextBox 3">
            <a:extLst>
              <a:ext uri="{FF2B5EF4-FFF2-40B4-BE49-F238E27FC236}">
                <a16:creationId xmlns:a16="http://schemas.microsoft.com/office/drawing/2014/main" id="{7F0074D2-401D-5430-6887-B383F93FE29E}"/>
              </a:ext>
            </a:extLst>
          </p:cNvPr>
          <p:cNvSpPr txBox="1"/>
          <p:nvPr userDrawn="1"/>
        </p:nvSpPr>
        <p:spPr>
          <a:xfrm>
            <a:off x="2757249" y="3266875"/>
            <a:ext cx="3370236" cy="400110"/>
          </a:xfrm>
          <a:prstGeom prst="rect">
            <a:avLst/>
          </a:prstGeom>
          <a:noFill/>
        </p:spPr>
        <p:txBody>
          <a:bodyPr wrap="square">
            <a:spAutoFit/>
          </a:bodyPr>
          <a:lstStyle/>
          <a:p>
            <a:pPr algn="ctr"/>
            <a:r>
              <a:rPr lang="hr-HR" sz="2000" b="0" kern="1200" cap="all" noProof="0" dirty="0">
                <a:solidFill>
                  <a:schemeClr val="tx1">
                    <a:lumMod val="75000"/>
                    <a:lumOff val="25000"/>
                  </a:schemeClr>
                </a:solidFill>
                <a:latin typeface="Franklin Gothic Demi" panose="020B0703020102020204" pitchFamily="34" charset="0"/>
                <a:ea typeface="+mj-ea"/>
                <a:cs typeface="+mj-cs"/>
              </a:rPr>
              <a:t>Prezentacija</a:t>
            </a:r>
            <a:r>
              <a:rPr lang="hr-HR" sz="2000" noProof="0" dirty="0">
                <a:latin typeface="Franklin Gothic Demi" panose="020B0703020102020204" pitchFamily="34" charset="0"/>
              </a:rPr>
              <a:t> </a:t>
            </a:r>
            <a:r>
              <a:rPr lang="hr-HR" sz="2000" b="0" kern="1200" cap="all" noProof="0" dirty="0">
                <a:solidFill>
                  <a:schemeClr val="tx1">
                    <a:lumMod val="75000"/>
                    <a:lumOff val="25000"/>
                  </a:schemeClr>
                </a:solidFill>
                <a:latin typeface="Franklin Gothic Demi" panose="020B0703020102020204" pitchFamily="34" charset="0"/>
                <a:ea typeface="+mj-ea"/>
                <a:cs typeface="+mj-cs"/>
              </a:rPr>
              <a:t>projekta</a:t>
            </a:r>
          </a:p>
        </p:txBody>
      </p:sp>
    </p:spTree>
    <p:extLst>
      <p:ext uri="{BB962C8B-B14F-4D97-AF65-F5344CB8AC3E}">
        <p14:creationId xmlns:p14="http://schemas.microsoft.com/office/powerpoint/2010/main" val="20511837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1999" y="36000"/>
            <a:ext cx="7920000" cy="828262"/>
          </a:xfrm>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71999" y="972000"/>
            <a:ext cx="9000000" cy="5400000"/>
          </a:xfrm>
        </p:spPr>
        <p:txBody>
          <a:bodyPr/>
          <a:lstStyle>
            <a:lvl1pPr marL="266700" indent="-266700">
              <a:defRPr>
                <a:solidFill>
                  <a:schemeClr val="tx1"/>
                </a:solidFill>
              </a:defRPr>
            </a:lvl1pPr>
            <a:lvl2pPr marL="486900" indent="-342900">
              <a:defRPr lang="en-US" sz="2000" kern="1200" dirty="0">
                <a:solidFill>
                  <a:schemeClr val="tx1"/>
                </a:solidFill>
                <a:latin typeface="+mn-lt"/>
                <a:ea typeface="+mn-ea"/>
                <a:cs typeface="+mn-cs"/>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hr-HR"/>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FAA41844-C0CA-4144-9D6C-D993F0C0FAB4}" type="slidenum">
              <a:rPr lang="hr-HR" smtClean="0"/>
              <a:t>‹#›</a:t>
            </a:fld>
            <a:endParaRPr lang="hr-HR"/>
          </a:p>
        </p:txBody>
      </p:sp>
    </p:spTree>
    <p:extLst>
      <p:ext uri="{BB962C8B-B14F-4D97-AF65-F5344CB8AC3E}">
        <p14:creationId xmlns:p14="http://schemas.microsoft.com/office/powerpoint/2010/main" val="145975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35896" y="2393953"/>
            <a:ext cx="8272211" cy="2147467"/>
          </a:xfrm>
        </p:spPr>
        <p:txBody>
          <a:bodyPr anchor="ctr">
            <a:normAutofit/>
          </a:bodyPr>
          <a:lstStyle>
            <a:lvl1pPr algn="l">
              <a:defRPr sz="28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6" y="4541417"/>
            <a:ext cx="8272211" cy="600556"/>
          </a:xfrm>
        </p:spPr>
        <p:txBody>
          <a:bodyPr anchor="t">
            <a:normAutofit/>
          </a:bodyPr>
          <a:lstStyle>
            <a:lvl1pPr marL="0" indent="0" algn="l">
              <a:buNone/>
              <a:defRPr sz="1400" cap="all">
                <a:solidFill>
                  <a:schemeClr val="accent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hr-HR"/>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pPr>
              <a:defRPr/>
            </a:pPr>
            <a:fld id="{66A2C86E-F1C7-46E0-95C6-696D16C6C694}" type="slidenum">
              <a:rPr lang="hr-HR" noProof="0" smtClean="0"/>
              <a:pPr>
                <a:defRPr/>
              </a:pPr>
              <a:t>‹#›</a:t>
            </a:fld>
            <a:endParaRPr lang="hr-HR" noProof="0" dirty="0"/>
          </a:p>
        </p:txBody>
      </p:sp>
    </p:spTree>
    <p:extLst>
      <p:ext uri="{BB962C8B-B14F-4D97-AF65-F5344CB8AC3E}">
        <p14:creationId xmlns:p14="http://schemas.microsoft.com/office/powerpoint/2010/main" val="3430365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8000" y="36000"/>
            <a:ext cx="7920000" cy="8280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1999" y="972000"/>
            <a:ext cx="4680000" cy="5400000"/>
          </a:xfrm>
        </p:spPr>
        <p:txBody>
          <a:bodyPr>
            <a:normAutofit/>
          </a:bodyPr>
          <a:lstStyle>
            <a:lvl2pPr>
              <a:lnSpc>
                <a:spcPct val="100000"/>
              </a:lnSpc>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972000"/>
            <a:ext cx="4259971" cy="5400000"/>
          </a:xfrm>
        </p:spPr>
        <p:txBody>
          <a:bodyPr>
            <a:normAutofit/>
          </a:bodyPr>
          <a:lstStyle>
            <a:lvl2pPr marL="396000" indent="-252000">
              <a:lnSpc>
                <a:spcPct val="100000"/>
              </a:lnSpc>
              <a:defRPr lang="en-US" sz="2000" kern="1200" dirty="0">
                <a:solidFill>
                  <a:schemeClr val="tx1">
                    <a:lumMod val="75000"/>
                    <a:lumOff val="25000"/>
                  </a:schemeClr>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FAA41844-C0CA-4144-9D6C-D993F0C0FAB4}" type="slidenum">
              <a:rPr lang="hr-HR" smtClean="0"/>
              <a:t>‹#›</a:t>
            </a:fld>
            <a:endParaRPr lang="hr-HR"/>
          </a:p>
        </p:txBody>
      </p:sp>
    </p:spTree>
    <p:extLst>
      <p:ext uri="{BB962C8B-B14F-4D97-AF65-F5344CB8AC3E}">
        <p14:creationId xmlns:p14="http://schemas.microsoft.com/office/powerpoint/2010/main" val="2813632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792000" y="-8857"/>
            <a:ext cx="7920000" cy="8640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71998" y="991413"/>
            <a:ext cx="4680000" cy="557784"/>
          </a:xfrm>
        </p:spPr>
        <p:txBody>
          <a:bodyPr anchor="ctr">
            <a:noAutofit/>
          </a:bodyPr>
          <a:lstStyle>
            <a:lvl1pPr marL="0" indent="0">
              <a:buNone/>
              <a:defRPr sz="1600" b="0">
                <a:solidFill>
                  <a:schemeClr val="tx1">
                    <a:lumMod val="75000"/>
                    <a:lumOff val="25000"/>
                  </a:schemeClr>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71998" y="1668252"/>
            <a:ext cx="4680000" cy="466948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31" y="991417"/>
            <a:ext cx="4212288" cy="553373"/>
          </a:xfrm>
        </p:spPr>
        <p:txBody>
          <a:bodyPr anchor="ctr">
            <a:noAutofit/>
          </a:bodyPr>
          <a:lstStyle>
            <a:lvl1pPr marL="0" marR="0" indent="0" algn="l" defTabSz="257175" rtl="0" eaLnBrk="1" fontAlgn="auto" latinLnBrk="0" hangingPunct="1">
              <a:lnSpc>
                <a:spcPct val="100000"/>
              </a:lnSpc>
              <a:spcBef>
                <a:spcPct val="20000"/>
              </a:spcBef>
              <a:spcAft>
                <a:spcPts val="338"/>
              </a:spcAft>
              <a:buClr>
                <a:schemeClr val="accent1"/>
              </a:buClr>
              <a:buSzPct val="92000"/>
              <a:buFont typeface="Wingdings 2" panose="05020102010507070707" pitchFamily="18" charset="2"/>
              <a:buNone/>
              <a:tabLst/>
              <a:defRPr sz="1600" b="0">
                <a:solidFill>
                  <a:schemeClr val="tx1">
                    <a:lumMod val="75000"/>
                    <a:lumOff val="25000"/>
                  </a:schemeClr>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marL="0" marR="0" lvl="0" indent="0" algn="l" defTabSz="257175" rtl="0" eaLnBrk="1" fontAlgn="auto" latinLnBrk="0" hangingPunct="1">
              <a:lnSpc>
                <a:spcPct val="100000"/>
              </a:lnSpc>
              <a:spcBef>
                <a:spcPct val="20000"/>
              </a:spcBef>
              <a:spcAft>
                <a:spcPts val="338"/>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8" y="1663842"/>
            <a:ext cx="4212288" cy="466948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6E8F5E-7C26-4DBA-9CDF-6E3092DFB447}" type="datetime1">
              <a:rPr lang="hr-HR" smtClean="0"/>
              <a:t>23.10.2025.</a:t>
            </a:fld>
            <a:endParaRPr lang="hr-HR" dirty="0"/>
          </a:p>
        </p:txBody>
      </p:sp>
      <p:sp>
        <p:nvSpPr>
          <p:cNvPr id="8" name="Footer Placeholder 7"/>
          <p:cNvSpPr>
            <a:spLocks noGrp="1"/>
          </p:cNvSpPr>
          <p:nvPr>
            <p:ph type="ftr" sz="quarter" idx="11"/>
          </p:nvPr>
        </p:nvSpPr>
        <p:spPr/>
        <p:txBody>
          <a:bodyPr/>
          <a:lstStyle/>
          <a:p>
            <a:endParaRPr lang="hr-HR" dirty="0"/>
          </a:p>
        </p:txBody>
      </p:sp>
      <p:sp>
        <p:nvSpPr>
          <p:cNvPr id="9" name="Slide Number Placeholder 8"/>
          <p:cNvSpPr>
            <a:spLocks noGrp="1"/>
          </p:cNvSpPr>
          <p:nvPr>
            <p:ph type="sldNum" sz="quarter" idx="12"/>
          </p:nvPr>
        </p:nvSpPr>
        <p:spPr/>
        <p:txBody>
          <a:bodyPr/>
          <a:lstStyle/>
          <a:p>
            <a:fld id="{FAA41844-C0CA-4144-9D6C-D993F0C0FAB4}" type="slidenum">
              <a:rPr lang="hr-HR" smtClean="0"/>
              <a:t>‹#›</a:t>
            </a:fld>
            <a:endParaRPr lang="hr-HR" dirty="0"/>
          </a:p>
        </p:txBody>
      </p:sp>
    </p:spTree>
    <p:extLst>
      <p:ext uri="{BB962C8B-B14F-4D97-AF65-F5344CB8AC3E}">
        <p14:creationId xmlns:p14="http://schemas.microsoft.com/office/powerpoint/2010/main" val="256532834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792000" y="36000"/>
            <a:ext cx="7920000" cy="828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FAA41844-C0CA-4144-9D6C-D993F0C0FAB4}" type="slidenum">
              <a:rPr lang="hr-HR" smtClean="0"/>
              <a:t>‹#›</a:t>
            </a:fld>
            <a:endParaRPr lang="hr-HR"/>
          </a:p>
        </p:txBody>
      </p:sp>
    </p:spTree>
    <p:extLst>
      <p:ext uri="{BB962C8B-B14F-4D97-AF65-F5344CB8AC3E}">
        <p14:creationId xmlns:p14="http://schemas.microsoft.com/office/powerpoint/2010/main" val="1296148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FAA41844-C0CA-4144-9D6C-D993F0C0FAB4}" type="slidenum">
              <a:rPr lang="hr-HR" smtClean="0"/>
              <a:t>‹#›</a:t>
            </a:fld>
            <a:endParaRPr lang="hr-HR"/>
          </a:p>
        </p:txBody>
      </p:sp>
      <p:sp>
        <p:nvSpPr>
          <p:cNvPr id="5" name="Blank">
            <a:extLst>
              <a:ext uri="{FF2B5EF4-FFF2-40B4-BE49-F238E27FC236}">
                <a16:creationId xmlns:a16="http://schemas.microsoft.com/office/drawing/2014/main" id="{B6B16F86-9808-4367-B20B-899AF3F2BA32}"/>
              </a:ext>
            </a:extLst>
          </p:cNvPr>
          <p:cNvSpPr/>
          <p:nvPr/>
        </p:nvSpPr>
        <p:spPr bwMode="auto">
          <a:xfrm>
            <a:off x="0" y="0"/>
            <a:ext cx="9144000" cy="990600"/>
          </a:xfrm>
          <a:prstGeom prst="rect">
            <a:avLst/>
          </a:prstGeom>
          <a:solidFill>
            <a:schemeClr val="bg1"/>
          </a:solidFill>
          <a:ln w="12700" cap="flat" cmpd="sng" algn="ctr">
            <a:noFill/>
            <a:prstDash val="solid"/>
            <a:round/>
            <a:headEnd type="none" w="med" len="med"/>
            <a:tailEnd type="none" w="lg" len="lg"/>
          </a:ln>
          <a:effectLst/>
        </p:spPr>
        <p:txBody>
          <a:bodyPr vert="horz" wrap="none" lIns="50899" tIns="25004" rIns="50899" bIns="25004" numCol="1" rtlCol="0" anchor="ctr" anchorCtr="0" compatLnSpc="1">
            <a:prstTxWarp prst="textNoShape">
              <a:avLst/>
            </a:prstTxWarp>
            <a:normAutofit/>
          </a:bodyPr>
          <a:lstStyle/>
          <a:p>
            <a:pPr marL="0" marR="0" indent="0" algn="ctr" defTabSz="514350" rtl="0" eaLnBrk="0" fontAlgn="base" latinLnBrk="0" hangingPunct="0">
              <a:lnSpc>
                <a:spcPct val="100000"/>
              </a:lnSpc>
              <a:spcBef>
                <a:spcPct val="0"/>
              </a:spcBef>
              <a:spcAft>
                <a:spcPct val="0"/>
              </a:spcAft>
              <a:buClrTx/>
              <a:buSzTx/>
              <a:buFontTx/>
              <a:buNone/>
              <a:tabLst/>
            </a:pPr>
            <a:endParaRPr kumimoji="0" lang="hr-HR" sz="1125" b="1" i="0" u="none" strike="noStrike" cap="none" normalizeH="0" baseline="0" noProof="0" dirty="0">
              <a:ln>
                <a:noFill/>
              </a:ln>
              <a:solidFill>
                <a:schemeClr val="tx1"/>
              </a:solidFill>
              <a:effectLst/>
              <a:latin typeface="Franklin Gothic Medium" pitchFamily="34" charset="0"/>
            </a:endParaRPr>
          </a:p>
        </p:txBody>
      </p:sp>
    </p:spTree>
    <p:extLst>
      <p:ext uri="{BB962C8B-B14F-4D97-AF65-F5344CB8AC3E}">
        <p14:creationId xmlns:p14="http://schemas.microsoft.com/office/powerpoint/2010/main" val="2733365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5894" y="1008824"/>
            <a:ext cx="2273889" cy="1722419"/>
          </a:xfrm>
        </p:spPr>
        <p:txBody>
          <a:bodyPr anchor="b">
            <a:normAutofit/>
          </a:bodyPr>
          <a:lstStyle>
            <a:lvl1pPr algn="l">
              <a:defRPr sz="135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8" y="1008824"/>
            <a:ext cx="4988243" cy="5294004"/>
          </a:xfrm>
        </p:spPr>
        <p:txBody>
          <a:bodyPr anchor="ctr">
            <a:normAutofit/>
          </a:bodyPr>
          <a:lstStyle>
            <a:lvl1pPr>
              <a:defRPr sz="2000">
                <a:solidFill>
                  <a:schemeClr val="tx2"/>
                </a:solidFill>
              </a:defRPr>
            </a:lvl1pPr>
            <a:lvl2pPr>
              <a:defRPr sz="1600">
                <a:solidFill>
                  <a:schemeClr val="tx2"/>
                </a:solidFill>
              </a:defRPr>
            </a:lvl2pPr>
            <a:lvl3pPr>
              <a:defRPr sz="1400">
                <a:solidFill>
                  <a:schemeClr val="tx2"/>
                </a:solidFill>
              </a:defRPr>
            </a:lvl3pPr>
            <a:lvl4pPr>
              <a:defRPr sz="1100">
                <a:solidFill>
                  <a:schemeClr val="tx2"/>
                </a:solidFill>
              </a:defRPr>
            </a:lvl4pPr>
            <a:lvl5pPr>
              <a:defRPr sz="1100">
                <a:solidFill>
                  <a:schemeClr val="tx2"/>
                </a:solidFill>
              </a:defRPr>
            </a:lvl5pPr>
            <a:lvl6pPr>
              <a:defRPr sz="788">
                <a:solidFill>
                  <a:schemeClr val="tx2"/>
                </a:solidFill>
              </a:defRPr>
            </a:lvl6pPr>
            <a:lvl7pPr>
              <a:defRPr sz="788">
                <a:solidFill>
                  <a:schemeClr val="tx2"/>
                </a:solidFill>
              </a:defRPr>
            </a:lvl7pPr>
            <a:lvl8pPr>
              <a:defRPr sz="788">
                <a:solidFill>
                  <a:schemeClr val="tx2"/>
                </a:solidFill>
              </a:defRPr>
            </a:lvl8pPr>
            <a:lvl9pPr>
              <a:defRPr sz="788">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4" y="2836656"/>
            <a:ext cx="2273889" cy="3466175"/>
          </a:xfrm>
        </p:spPr>
        <p:txBody>
          <a:bodyPr anchor="t">
            <a:normAutofit/>
          </a:bodyPr>
          <a:lstStyle>
            <a:lvl1pPr marL="0" indent="0" algn="l">
              <a:buNone/>
              <a:defRPr sz="900">
                <a:solidFill>
                  <a:srgbClr val="FFFFFF"/>
                </a:solidFill>
              </a:defRPr>
            </a:lvl1pPr>
            <a:lvl2pPr marL="257175" indent="0">
              <a:buNone/>
              <a:defRPr sz="619"/>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5" y="6456919"/>
            <a:ext cx="2133599" cy="365125"/>
          </a:xfrm>
        </p:spPr>
        <p:txBody>
          <a:bodyPr/>
          <a:lstStyle/>
          <a:p>
            <a:fld id="{E46E8F5E-7C26-4DBA-9CDF-6E3092DFB447}" type="datetime1">
              <a:rPr lang="hr-HR" smtClean="0"/>
              <a:t>23.10.2025.</a:t>
            </a:fld>
            <a:endParaRPr lang="hr-HR"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787231" y="6452593"/>
            <a:ext cx="4836571" cy="365125"/>
          </a:xfrm>
        </p:spPr>
        <p:txBody>
          <a:bodyPr/>
          <a:lstStyle/>
          <a:p>
            <a:endParaRPr lang="hr-HR"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9"/>
            <a:ext cx="789383" cy="365125"/>
          </a:xfrm>
        </p:spPr>
        <p:txBody>
          <a:bodyPr/>
          <a:lstStyle/>
          <a:p>
            <a:fld id="{FAA41844-C0CA-4144-9D6C-D993F0C0FAB4}" type="slidenum">
              <a:rPr lang="hr-HR" smtClean="0"/>
              <a:t>‹#›</a:t>
            </a:fld>
            <a:endParaRPr lang="hr-HR" dirty="0"/>
          </a:p>
        </p:txBody>
      </p:sp>
    </p:spTree>
    <p:extLst>
      <p:ext uri="{BB962C8B-B14F-4D97-AF65-F5344CB8AC3E}">
        <p14:creationId xmlns:p14="http://schemas.microsoft.com/office/powerpoint/2010/main" val="256468548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8"/>
          </a:xfrm>
        </p:spPr>
        <p:txBody>
          <a:bodyPr anchor="b">
            <a:normAutofit/>
          </a:bodyPr>
          <a:lstStyle>
            <a:lvl1pPr algn="l">
              <a:defRPr sz="135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7929" y="1042141"/>
            <a:ext cx="8468144" cy="3485610"/>
          </a:xfrm>
        </p:spPr>
        <p:txBody>
          <a:bodyPr anchor="t">
            <a:normAutofit/>
          </a:bodyPr>
          <a:lstStyle>
            <a:lvl1pPr marL="0" indent="0" algn="ctr">
              <a:buNone/>
              <a:defRPr sz="900"/>
            </a:lvl1pPr>
            <a:lvl2pPr marL="257175" indent="0">
              <a:buNone/>
              <a:defRPr sz="900"/>
            </a:lvl2pPr>
            <a:lvl3pPr marL="514350" indent="0">
              <a:buNone/>
              <a:defRPr sz="900"/>
            </a:lvl3pPr>
            <a:lvl4pPr marL="771525" indent="0">
              <a:buNone/>
              <a:defRPr sz="900"/>
            </a:lvl4pPr>
            <a:lvl5pPr marL="1028700" indent="0">
              <a:buNone/>
              <a:defRPr sz="900"/>
            </a:lvl5pPr>
            <a:lvl6pPr marL="1285875" indent="0">
              <a:buNone/>
              <a:defRPr sz="900"/>
            </a:lvl6pPr>
            <a:lvl7pPr marL="1543050" indent="0">
              <a:buNone/>
              <a:defRPr sz="900"/>
            </a:lvl7pPr>
            <a:lvl8pPr marL="1800225" indent="0">
              <a:buNone/>
              <a:defRPr sz="900"/>
            </a:lvl8pPr>
            <a:lvl9pPr marL="2057400" indent="0">
              <a:buNone/>
              <a:defRPr sz="9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3" cy="998148"/>
          </a:xfrm>
        </p:spPr>
        <p:txBody>
          <a:bodyPr anchor="t">
            <a:normAutofit/>
          </a:bodyPr>
          <a:lstStyle>
            <a:lvl1pPr marL="0" indent="0">
              <a:buNone/>
              <a:defRPr sz="900"/>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E46E8F5E-7C26-4DBA-9CDF-6E3092DFB447}" type="datetime1">
              <a:rPr lang="hr-HR" smtClean="0"/>
              <a:t>23.10.2025.</a:t>
            </a:fld>
            <a:endParaRPr lang="hr-HR" dirty="0"/>
          </a:p>
        </p:txBody>
      </p:sp>
      <p:sp>
        <p:nvSpPr>
          <p:cNvPr id="6" name="Footer Placeholder 5"/>
          <p:cNvSpPr>
            <a:spLocks noGrp="1"/>
          </p:cNvSpPr>
          <p:nvPr>
            <p:ph type="ftr" sz="quarter" idx="11"/>
          </p:nvPr>
        </p:nvSpPr>
        <p:spPr/>
        <p:txBody>
          <a:bodyPr/>
          <a:lstStyle/>
          <a:p>
            <a:endParaRPr lang="hr-HR" dirty="0"/>
          </a:p>
        </p:txBody>
      </p:sp>
      <p:sp>
        <p:nvSpPr>
          <p:cNvPr id="7" name="Slide Number Placeholder 6"/>
          <p:cNvSpPr>
            <a:spLocks noGrp="1"/>
          </p:cNvSpPr>
          <p:nvPr>
            <p:ph type="sldNum" sz="quarter" idx="12"/>
          </p:nvPr>
        </p:nvSpPr>
        <p:spPr/>
        <p:txBody>
          <a:bodyPr/>
          <a:lstStyle/>
          <a:p>
            <a:fld id="{FAA41844-C0CA-4144-9D6C-D993F0C0FAB4}" type="slidenum">
              <a:rPr lang="hr-HR" smtClean="0"/>
              <a:t>‹#›</a:t>
            </a:fld>
            <a:endParaRPr lang="hr-HR" dirty="0"/>
          </a:p>
        </p:txBody>
      </p:sp>
    </p:spTree>
    <p:extLst>
      <p:ext uri="{BB962C8B-B14F-4D97-AF65-F5344CB8AC3E}">
        <p14:creationId xmlns:p14="http://schemas.microsoft.com/office/powerpoint/2010/main" val="419951030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792000" y="36000"/>
            <a:ext cx="7920000" cy="828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6E8F5E-7C26-4DBA-9CDF-6E3092DFB447}" type="datetime1">
              <a:rPr lang="hr-HR" smtClean="0"/>
              <a:t>23.10.2025.</a:t>
            </a:fld>
            <a:endParaRPr lang="hr-HR" dirty="0"/>
          </a:p>
        </p:txBody>
      </p:sp>
      <p:sp>
        <p:nvSpPr>
          <p:cNvPr id="5" name="Footer Placeholder 4"/>
          <p:cNvSpPr>
            <a:spLocks noGrp="1"/>
          </p:cNvSpPr>
          <p:nvPr>
            <p:ph type="ftr" sz="quarter" idx="11"/>
          </p:nvPr>
        </p:nvSpPr>
        <p:spPr/>
        <p:txBody>
          <a:bodyPr/>
          <a:lstStyle/>
          <a:p>
            <a:endParaRPr lang="hr-HR" dirty="0"/>
          </a:p>
        </p:txBody>
      </p:sp>
      <p:sp>
        <p:nvSpPr>
          <p:cNvPr id="6" name="Slide Number Placeholder 5"/>
          <p:cNvSpPr>
            <a:spLocks noGrp="1"/>
          </p:cNvSpPr>
          <p:nvPr>
            <p:ph type="sldNum" sz="quarter" idx="12"/>
          </p:nvPr>
        </p:nvSpPr>
        <p:spPr/>
        <p:txBody>
          <a:bodyPr/>
          <a:lstStyle/>
          <a:p>
            <a:fld id="{FAA41844-C0CA-4144-9D6C-D993F0C0FAB4}" type="slidenum">
              <a:rPr lang="hr-HR" smtClean="0"/>
              <a:t>‹#›</a:t>
            </a:fld>
            <a:endParaRPr lang="hr-HR" dirty="0"/>
          </a:p>
        </p:txBody>
      </p:sp>
    </p:spTree>
    <p:extLst>
      <p:ext uri="{BB962C8B-B14F-4D97-AF65-F5344CB8AC3E}">
        <p14:creationId xmlns:p14="http://schemas.microsoft.com/office/powerpoint/2010/main" val="265124846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0" y="863600"/>
            <a:ext cx="234315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4" y="863600"/>
            <a:ext cx="5371219"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46E8F5E-7C26-4DBA-9CDF-6E3092DFB447}" type="datetime1">
              <a:rPr lang="hr-HR" smtClean="0"/>
              <a:t>23.10.2025.</a:t>
            </a:fld>
            <a:endParaRPr lang="hr-HR"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hr-HR"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FAA41844-C0CA-4144-9D6C-D993F0C0FAB4}" type="slidenum">
              <a:rPr lang="hr-HR" smtClean="0"/>
              <a:t>‹#›</a:t>
            </a:fld>
            <a:endParaRPr lang="hr-HR" dirty="0"/>
          </a:p>
        </p:txBody>
      </p:sp>
    </p:spTree>
    <p:extLst>
      <p:ext uri="{BB962C8B-B14F-4D97-AF65-F5344CB8AC3E}">
        <p14:creationId xmlns:p14="http://schemas.microsoft.com/office/powerpoint/2010/main" val="267798906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EB10-FBF8-4CBA-B026-F8DE91FFEDFA}"/>
              </a:ext>
            </a:extLst>
          </p:cNvPr>
          <p:cNvSpPr>
            <a:spLocks noGrp="1"/>
          </p:cNvSpPr>
          <p:nvPr>
            <p:ph type="title"/>
          </p:nvPr>
        </p:nvSpPr>
        <p:spPr>
          <a:xfrm>
            <a:off x="87313" y="123825"/>
            <a:ext cx="8999537" cy="533400"/>
          </a:xfrm>
        </p:spPr>
        <p:txBody>
          <a:bodyPr/>
          <a:lstStyle/>
          <a:p>
            <a:r>
              <a:rPr lang="en-US"/>
              <a:t>Click to edit Master title style</a:t>
            </a:r>
            <a:endParaRPr lang="hr-HR"/>
          </a:p>
        </p:txBody>
      </p:sp>
      <p:sp>
        <p:nvSpPr>
          <p:cNvPr id="3" name="Text Placeholder 2">
            <a:extLst>
              <a:ext uri="{FF2B5EF4-FFF2-40B4-BE49-F238E27FC236}">
                <a16:creationId xmlns:a16="http://schemas.microsoft.com/office/drawing/2014/main" id="{69416ABA-433E-479F-BD29-1C844B0A1F5F}"/>
              </a:ext>
            </a:extLst>
          </p:cNvPr>
          <p:cNvSpPr>
            <a:spLocks noGrp="1"/>
          </p:cNvSpPr>
          <p:nvPr>
            <p:ph type="body" sz="half" idx="1"/>
          </p:nvPr>
        </p:nvSpPr>
        <p:spPr>
          <a:xfrm>
            <a:off x="361950" y="1052513"/>
            <a:ext cx="4168775" cy="504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Online Image Placeholder 3">
            <a:extLst>
              <a:ext uri="{FF2B5EF4-FFF2-40B4-BE49-F238E27FC236}">
                <a16:creationId xmlns:a16="http://schemas.microsoft.com/office/drawing/2014/main" id="{B4264813-3E43-478F-B65D-0BC0200A93E3}"/>
              </a:ext>
            </a:extLst>
          </p:cNvPr>
          <p:cNvSpPr>
            <a:spLocks noGrp="1"/>
          </p:cNvSpPr>
          <p:nvPr>
            <p:ph type="clipArt" sz="half" idx="2"/>
          </p:nvPr>
        </p:nvSpPr>
        <p:spPr>
          <a:xfrm>
            <a:off x="4683125" y="1052513"/>
            <a:ext cx="4168775" cy="5043487"/>
          </a:xfrm>
        </p:spPr>
        <p:txBody>
          <a:bodyPr/>
          <a:lstStyle/>
          <a:p>
            <a:r>
              <a:rPr lang="en-US"/>
              <a:t>Click icon to add online image</a:t>
            </a:r>
            <a:endParaRPr lang="hr-HR" dirty="0"/>
          </a:p>
        </p:txBody>
      </p:sp>
    </p:spTree>
    <p:extLst>
      <p:ext uri="{BB962C8B-B14F-4D97-AF65-F5344CB8AC3E}">
        <p14:creationId xmlns:p14="http://schemas.microsoft.com/office/powerpoint/2010/main" val="338167807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5A3D-D87F-4AF2-BA78-EC513449E13A}"/>
              </a:ext>
            </a:extLst>
          </p:cNvPr>
          <p:cNvSpPr>
            <a:spLocks noGrp="1"/>
          </p:cNvSpPr>
          <p:nvPr>
            <p:ph type="title"/>
          </p:nvPr>
        </p:nvSpPr>
        <p:spPr>
          <a:xfrm>
            <a:off x="179388" y="1643063"/>
            <a:ext cx="8964612" cy="561975"/>
          </a:xfrm>
        </p:spPr>
        <p:txBody>
          <a:bodyPr/>
          <a:lstStyle/>
          <a:p>
            <a:r>
              <a:rPr lang="en-US"/>
              <a:t>Click to edit Master title style</a:t>
            </a:r>
            <a:endParaRPr lang="hr-HR"/>
          </a:p>
        </p:txBody>
      </p:sp>
      <p:sp>
        <p:nvSpPr>
          <p:cNvPr id="3" name="Text Placeholder 2">
            <a:extLst>
              <a:ext uri="{FF2B5EF4-FFF2-40B4-BE49-F238E27FC236}">
                <a16:creationId xmlns:a16="http://schemas.microsoft.com/office/drawing/2014/main" id="{E069B210-E8A1-4163-B353-9596A4987A67}"/>
              </a:ext>
            </a:extLst>
          </p:cNvPr>
          <p:cNvSpPr>
            <a:spLocks noGrp="1"/>
          </p:cNvSpPr>
          <p:nvPr>
            <p:ph type="body" sz="half" idx="1"/>
          </p:nvPr>
        </p:nvSpPr>
        <p:spPr>
          <a:xfrm>
            <a:off x="179388" y="2349500"/>
            <a:ext cx="4316412"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Content Placeholder 3">
            <a:extLst>
              <a:ext uri="{FF2B5EF4-FFF2-40B4-BE49-F238E27FC236}">
                <a16:creationId xmlns:a16="http://schemas.microsoft.com/office/drawing/2014/main" id="{1215EE46-BB07-40D1-BA76-9A68CCF90965}"/>
              </a:ext>
            </a:extLst>
          </p:cNvPr>
          <p:cNvSpPr>
            <a:spLocks noGrp="1"/>
          </p:cNvSpPr>
          <p:nvPr>
            <p:ph sz="quarter" idx="2"/>
          </p:nvPr>
        </p:nvSpPr>
        <p:spPr>
          <a:xfrm>
            <a:off x="4648200" y="2349500"/>
            <a:ext cx="4316413" cy="1903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Content Placeholder 4">
            <a:extLst>
              <a:ext uri="{FF2B5EF4-FFF2-40B4-BE49-F238E27FC236}">
                <a16:creationId xmlns:a16="http://schemas.microsoft.com/office/drawing/2014/main" id="{FC13EFCE-9805-4C10-9F35-FE6B61EEEB78}"/>
              </a:ext>
            </a:extLst>
          </p:cNvPr>
          <p:cNvSpPr>
            <a:spLocks noGrp="1"/>
          </p:cNvSpPr>
          <p:nvPr>
            <p:ph sz="quarter" idx="3"/>
          </p:nvPr>
        </p:nvSpPr>
        <p:spPr>
          <a:xfrm>
            <a:off x="4648200" y="4405313"/>
            <a:ext cx="4316413" cy="1903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6" name="Date Placeholder 5">
            <a:extLst>
              <a:ext uri="{FF2B5EF4-FFF2-40B4-BE49-F238E27FC236}">
                <a16:creationId xmlns:a16="http://schemas.microsoft.com/office/drawing/2014/main" id="{FB9D8B36-6841-48AB-ACDD-303377A53B0D}"/>
              </a:ext>
            </a:extLst>
          </p:cNvPr>
          <p:cNvSpPr>
            <a:spLocks noGrp="1"/>
          </p:cNvSpPr>
          <p:nvPr>
            <p:ph type="dt" sz="half" idx="10"/>
          </p:nvPr>
        </p:nvSpPr>
        <p:spPr>
          <a:xfrm>
            <a:off x="1214438" y="6453188"/>
            <a:ext cx="1773237" cy="319087"/>
          </a:xfrm>
        </p:spPr>
        <p:txBody>
          <a:bodyPr/>
          <a:lstStyle>
            <a:lvl1pPr>
              <a:defRPr/>
            </a:lvl1pPr>
          </a:lstStyle>
          <a:p>
            <a:fld id="{E46E8F5E-7C26-4DBA-9CDF-6E3092DFB447}" type="datetime1">
              <a:rPr lang="hr-HR" smtClean="0"/>
              <a:t>23.10.2025.</a:t>
            </a:fld>
            <a:endParaRPr lang="hr-HR" dirty="0"/>
          </a:p>
        </p:txBody>
      </p:sp>
      <p:sp>
        <p:nvSpPr>
          <p:cNvPr id="7" name="Footer Placeholder 6">
            <a:extLst>
              <a:ext uri="{FF2B5EF4-FFF2-40B4-BE49-F238E27FC236}">
                <a16:creationId xmlns:a16="http://schemas.microsoft.com/office/drawing/2014/main" id="{B7546225-D832-45D6-9D1F-C2C298013BF1}"/>
              </a:ext>
            </a:extLst>
          </p:cNvPr>
          <p:cNvSpPr>
            <a:spLocks noGrp="1"/>
          </p:cNvSpPr>
          <p:nvPr>
            <p:ph type="ftr" sz="quarter" idx="11"/>
          </p:nvPr>
        </p:nvSpPr>
        <p:spPr>
          <a:xfrm>
            <a:off x="3124200" y="6453188"/>
            <a:ext cx="2895600" cy="319087"/>
          </a:xfrm>
        </p:spPr>
        <p:txBody>
          <a:bodyPr/>
          <a:lstStyle>
            <a:lvl1pPr>
              <a:defRPr/>
            </a:lvl1pPr>
          </a:lstStyle>
          <a:p>
            <a:endParaRPr lang="hr-HR" dirty="0"/>
          </a:p>
        </p:txBody>
      </p:sp>
      <p:sp>
        <p:nvSpPr>
          <p:cNvPr id="8" name="Slide Number Placeholder 7">
            <a:extLst>
              <a:ext uri="{FF2B5EF4-FFF2-40B4-BE49-F238E27FC236}">
                <a16:creationId xmlns:a16="http://schemas.microsoft.com/office/drawing/2014/main" id="{0993AD3A-68A5-4246-9D01-4FF480FAD6D0}"/>
              </a:ext>
            </a:extLst>
          </p:cNvPr>
          <p:cNvSpPr>
            <a:spLocks noGrp="1"/>
          </p:cNvSpPr>
          <p:nvPr>
            <p:ph type="sldNum" sz="quarter" idx="12"/>
          </p:nvPr>
        </p:nvSpPr>
        <p:spPr>
          <a:xfrm>
            <a:off x="6902450" y="6440488"/>
            <a:ext cx="2133600" cy="319087"/>
          </a:xfrm>
        </p:spPr>
        <p:txBody>
          <a:bodyPr/>
          <a:lstStyle>
            <a:lvl1pPr>
              <a:defRPr/>
            </a:lvl1pPr>
          </a:lstStyle>
          <a:p>
            <a:fld id="{FAA41844-C0CA-4144-9D6C-D993F0C0FAB4}" type="slidenum">
              <a:rPr lang="hr-HR" smtClean="0"/>
              <a:t>‹#›</a:t>
            </a:fld>
            <a:endParaRPr lang="hr-HR" dirty="0"/>
          </a:p>
        </p:txBody>
      </p:sp>
    </p:spTree>
    <p:extLst>
      <p:ext uri="{BB962C8B-B14F-4D97-AF65-F5344CB8AC3E}">
        <p14:creationId xmlns:p14="http://schemas.microsoft.com/office/powerpoint/2010/main" val="371035309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E4BB-D381-461E-98CE-EC214FB2C02C}"/>
              </a:ext>
            </a:extLst>
          </p:cNvPr>
          <p:cNvSpPr>
            <a:spLocks noGrp="1"/>
          </p:cNvSpPr>
          <p:nvPr>
            <p:ph type="title"/>
          </p:nvPr>
        </p:nvSpPr>
        <p:spPr>
          <a:xfrm>
            <a:off x="419100" y="222250"/>
            <a:ext cx="8153400" cy="704850"/>
          </a:xfrm>
        </p:spPr>
        <p:txBody>
          <a:bodyPr/>
          <a:lstStyle/>
          <a:p>
            <a:r>
              <a:rPr lang="en-US"/>
              <a:t>Click to edit Master title style</a:t>
            </a:r>
            <a:endParaRPr lang="hr-HR"/>
          </a:p>
        </p:txBody>
      </p:sp>
      <p:sp>
        <p:nvSpPr>
          <p:cNvPr id="3" name="Content Placeholder 2">
            <a:extLst>
              <a:ext uri="{FF2B5EF4-FFF2-40B4-BE49-F238E27FC236}">
                <a16:creationId xmlns:a16="http://schemas.microsoft.com/office/drawing/2014/main" id="{AAE55E26-D24E-448B-A60D-AC4ADA325631}"/>
              </a:ext>
            </a:extLst>
          </p:cNvPr>
          <p:cNvSpPr>
            <a:spLocks noGrp="1"/>
          </p:cNvSpPr>
          <p:nvPr>
            <p:ph sz="half" idx="1"/>
          </p:nvPr>
        </p:nvSpPr>
        <p:spPr>
          <a:xfrm>
            <a:off x="355600" y="1295400"/>
            <a:ext cx="8255000" cy="2384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a:extLst>
              <a:ext uri="{FF2B5EF4-FFF2-40B4-BE49-F238E27FC236}">
                <a16:creationId xmlns:a16="http://schemas.microsoft.com/office/drawing/2014/main" id="{B58580C4-0743-475D-99BC-A08C21692F12}"/>
              </a:ext>
            </a:extLst>
          </p:cNvPr>
          <p:cNvSpPr>
            <a:spLocks noGrp="1"/>
          </p:cNvSpPr>
          <p:nvPr>
            <p:ph type="body" sz="half" idx="2"/>
          </p:nvPr>
        </p:nvSpPr>
        <p:spPr>
          <a:xfrm>
            <a:off x="355600" y="3832225"/>
            <a:ext cx="8255000" cy="2384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Tree>
    <p:extLst>
      <p:ext uri="{BB962C8B-B14F-4D97-AF65-F5344CB8AC3E}">
        <p14:creationId xmlns:p14="http://schemas.microsoft.com/office/powerpoint/2010/main" val="350707834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Rectangle 11">
            <a:extLst>
              <a:ext uri="{FF2B5EF4-FFF2-40B4-BE49-F238E27FC236}">
                <a16:creationId xmlns:a16="http://schemas.microsoft.com/office/drawing/2014/main" id="{33B67453-1C01-4A88-9B88-0395558C4C94}"/>
              </a:ext>
            </a:extLst>
          </p:cNvPr>
          <p:cNvSpPr>
            <a:spLocks noChangeArrowheads="1"/>
          </p:cNvSpPr>
          <p:nvPr/>
        </p:nvSpPr>
        <p:spPr bwMode="auto">
          <a:xfrm>
            <a:off x="0" y="6659563"/>
            <a:ext cx="9144000" cy="198437"/>
          </a:xfrm>
          <a:prstGeom prst="rect">
            <a:avLst/>
          </a:prstGeom>
          <a:solidFill>
            <a:srgbClr val="9EC54A">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b="1">
                <a:solidFill>
                  <a:schemeClr val="tx1"/>
                </a:solidFill>
                <a:latin typeface="Arial" panose="020B0604020202020204" pitchFamily="34" charset="0"/>
              </a:defRPr>
            </a:lvl1pPr>
            <a:lvl2pPr marL="742950" indent="-285750">
              <a:spcBef>
                <a:spcPct val="20000"/>
              </a:spcBef>
              <a:buChar char="•"/>
              <a:defRPr sz="1600" b="1">
                <a:solidFill>
                  <a:schemeClr val="tx1"/>
                </a:solidFill>
                <a:latin typeface="Arial" panose="020B0604020202020204" pitchFamily="34" charset="0"/>
              </a:defRPr>
            </a:lvl2pPr>
            <a:lvl3pPr marL="1143000" indent="-228600">
              <a:spcBef>
                <a:spcPct val="20000"/>
              </a:spcBef>
              <a:buChar char="•"/>
              <a:defRPr sz="1600" b="1">
                <a:solidFill>
                  <a:schemeClr val="tx1"/>
                </a:solidFill>
                <a:latin typeface="Arial" panose="020B0604020202020204" pitchFamily="34" charset="0"/>
              </a:defRPr>
            </a:lvl3pPr>
            <a:lvl4pPr marL="1600200" indent="-228600">
              <a:spcBef>
                <a:spcPct val="20000"/>
              </a:spcBef>
              <a:buChar char="•"/>
              <a:defRPr sz="1600" b="1">
                <a:solidFill>
                  <a:schemeClr val="tx1"/>
                </a:solidFill>
                <a:latin typeface="Arial" panose="020B0604020202020204" pitchFamily="34" charset="0"/>
              </a:defRPr>
            </a:lvl4pPr>
            <a:lvl5pPr marL="2057400" indent="-228600">
              <a:spcBef>
                <a:spcPct val="20000"/>
              </a:spcBef>
              <a:buChar char="•"/>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b="1">
                <a:solidFill>
                  <a:schemeClr val="tx1"/>
                </a:solidFill>
                <a:latin typeface="Arial" panose="020B0604020202020204" pitchFamily="34" charset="0"/>
              </a:defRPr>
            </a:lvl9pPr>
          </a:lstStyle>
          <a:p>
            <a:pPr>
              <a:spcBef>
                <a:spcPct val="0"/>
              </a:spcBef>
              <a:buFontTx/>
              <a:buNone/>
            </a:pPr>
            <a:endParaRPr lang="sr-Latn-RS" altLang="sr-Latn-RS" sz="2400" b="0" dirty="0">
              <a:ea typeface="ＭＳ Ｐゴシック" panose="020B0600070205080204" pitchFamily="34" charset="-128"/>
            </a:endParaRPr>
          </a:p>
        </p:txBody>
      </p:sp>
      <p:sp>
        <p:nvSpPr>
          <p:cNvPr id="5" name="Rectangle 4">
            <a:extLst>
              <a:ext uri="{FF2B5EF4-FFF2-40B4-BE49-F238E27FC236}">
                <a16:creationId xmlns:a16="http://schemas.microsoft.com/office/drawing/2014/main" id="{F0EB15CA-4405-4999-8824-E5B89AB2F458}"/>
              </a:ext>
            </a:extLst>
          </p:cNvPr>
          <p:cNvSpPr>
            <a:spLocks noChangeArrowheads="1"/>
          </p:cNvSpPr>
          <p:nvPr/>
        </p:nvSpPr>
        <p:spPr bwMode="auto">
          <a:xfrm>
            <a:off x="317500" y="5734050"/>
            <a:ext cx="8509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b="1">
                <a:solidFill>
                  <a:schemeClr val="tx1"/>
                </a:solidFill>
                <a:latin typeface="Arial" panose="020B0604020202020204" pitchFamily="34" charset="0"/>
              </a:defRPr>
            </a:lvl1pPr>
            <a:lvl2pPr marL="742950" indent="-285750">
              <a:spcBef>
                <a:spcPct val="20000"/>
              </a:spcBef>
              <a:buChar char="•"/>
              <a:defRPr sz="1600" b="1">
                <a:solidFill>
                  <a:schemeClr val="tx1"/>
                </a:solidFill>
                <a:latin typeface="Arial" panose="020B0604020202020204" pitchFamily="34" charset="0"/>
              </a:defRPr>
            </a:lvl2pPr>
            <a:lvl3pPr marL="1143000" indent="-228600">
              <a:spcBef>
                <a:spcPct val="20000"/>
              </a:spcBef>
              <a:buChar char="•"/>
              <a:defRPr sz="1600" b="1">
                <a:solidFill>
                  <a:schemeClr val="tx1"/>
                </a:solidFill>
                <a:latin typeface="Arial" panose="020B0604020202020204" pitchFamily="34" charset="0"/>
              </a:defRPr>
            </a:lvl3pPr>
            <a:lvl4pPr marL="1600200" indent="-228600">
              <a:spcBef>
                <a:spcPct val="20000"/>
              </a:spcBef>
              <a:buChar char="•"/>
              <a:defRPr sz="1600" b="1">
                <a:solidFill>
                  <a:schemeClr val="tx1"/>
                </a:solidFill>
                <a:latin typeface="Arial" panose="020B0604020202020204" pitchFamily="34" charset="0"/>
              </a:defRPr>
            </a:lvl4pPr>
            <a:lvl5pPr marL="2057400" indent="-228600">
              <a:spcBef>
                <a:spcPct val="20000"/>
              </a:spcBef>
              <a:buChar char="•"/>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b="1">
                <a:solidFill>
                  <a:schemeClr val="tx1"/>
                </a:solidFill>
                <a:latin typeface="Arial" panose="020B0604020202020204" pitchFamily="34" charset="0"/>
              </a:defRPr>
            </a:lvl9pPr>
          </a:lstStyle>
          <a:p>
            <a:pPr eaLnBrk="1" hangingPunct="1">
              <a:spcBef>
                <a:spcPct val="0"/>
              </a:spcBef>
              <a:buFontTx/>
              <a:buNone/>
            </a:pPr>
            <a:endParaRPr lang="sr-Latn-RS" altLang="sr-Latn-RS" sz="1800" b="0" dirty="0"/>
          </a:p>
        </p:txBody>
      </p:sp>
      <p:sp>
        <p:nvSpPr>
          <p:cNvPr id="6" name="Rectangle 6">
            <a:extLst>
              <a:ext uri="{FF2B5EF4-FFF2-40B4-BE49-F238E27FC236}">
                <a16:creationId xmlns:a16="http://schemas.microsoft.com/office/drawing/2014/main" id="{C1604BB0-89C9-40DD-B4C1-65ECA21B8E66}"/>
              </a:ext>
            </a:extLst>
          </p:cNvPr>
          <p:cNvSpPr>
            <a:spLocks noChangeArrowheads="1"/>
          </p:cNvSpPr>
          <p:nvPr/>
        </p:nvSpPr>
        <p:spPr bwMode="auto">
          <a:xfrm>
            <a:off x="0" y="0"/>
            <a:ext cx="9144000" cy="638175"/>
          </a:xfrm>
          <a:prstGeom prst="rect">
            <a:avLst/>
          </a:prstGeom>
          <a:solidFill>
            <a:srgbClr val="9EC54A">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b="1">
                <a:solidFill>
                  <a:schemeClr val="tx1"/>
                </a:solidFill>
                <a:latin typeface="Arial" panose="020B0604020202020204" pitchFamily="34" charset="0"/>
              </a:defRPr>
            </a:lvl1pPr>
            <a:lvl2pPr marL="742950" indent="-285750">
              <a:spcBef>
                <a:spcPct val="20000"/>
              </a:spcBef>
              <a:buChar char="•"/>
              <a:defRPr sz="1600" b="1">
                <a:solidFill>
                  <a:schemeClr val="tx1"/>
                </a:solidFill>
                <a:latin typeface="Arial" panose="020B0604020202020204" pitchFamily="34" charset="0"/>
              </a:defRPr>
            </a:lvl2pPr>
            <a:lvl3pPr marL="1143000" indent="-228600">
              <a:spcBef>
                <a:spcPct val="20000"/>
              </a:spcBef>
              <a:buChar char="•"/>
              <a:defRPr sz="1600" b="1">
                <a:solidFill>
                  <a:schemeClr val="tx1"/>
                </a:solidFill>
                <a:latin typeface="Arial" panose="020B0604020202020204" pitchFamily="34" charset="0"/>
              </a:defRPr>
            </a:lvl3pPr>
            <a:lvl4pPr marL="1600200" indent="-228600">
              <a:spcBef>
                <a:spcPct val="20000"/>
              </a:spcBef>
              <a:buChar char="•"/>
              <a:defRPr sz="1600" b="1">
                <a:solidFill>
                  <a:schemeClr val="tx1"/>
                </a:solidFill>
                <a:latin typeface="Arial" panose="020B0604020202020204" pitchFamily="34" charset="0"/>
              </a:defRPr>
            </a:lvl4pPr>
            <a:lvl5pPr marL="2057400" indent="-228600">
              <a:spcBef>
                <a:spcPct val="20000"/>
              </a:spcBef>
              <a:buChar char="•"/>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b="1">
                <a:solidFill>
                  <a:schemeClr val="tx1"/>
                </a:solidFill>
                <a:latin typeface="Arial" panose="020B0604020202020204" pitchFamily="34" charset="0"/>
              </a:defRPr>
            </a:lvl9pPr>
          </a:lstStyle>
          <a:p>
            <a:pPr>
              <a:spcBef>
                <a:spcPct val="0"/>
              </a:spcBef>
              <a:buFontTx/>
              <a:buNone/>
            </a:pPr>
            <a:endParaRPr lang="sr-Latn-RS" altLang="sr-Latn-RS" sz="2400" b="0" dirty="0">
              <a:ea typeface="ＭＳ Ｐゴシック" panose="020B0600070205080204" pitchFamily="34" charset="-128"/>
            </a:endParaRPr>
          </a:p>
        </p:txBody>
      </p:sp>
      <p:sp>
        <p:nvSpPr>
          <p:cNvPr id="7" name="Line 12">
            <a:extLst>
              <a:ext uri="{FF2B5EF4-FFF2-40B4-BE49-F238E27FC236}">
                <a16:creationId xmlns:a16="http://schemas.microsoft.com/office/drawing/2014/main" id="{EEC9831C-2EE5-4AB4-811F-0FD7517A5A6B}"/>
              </a:ext>
            </a:extLst>
          </p:cNvPr>
          <p:cNvSpPr>
            <a:spLocks noChangeShapeType="1"/>
          </p:cNvSpPr>
          <p:nvPr/>
        </p:nvSpPr>
        <p:spPr bwMode="auto">
          <a:xfrm>
            <a:off x="0" y="635000"/>
            <a:ext cx="9144000" cy="0"/>
          </a:xfrm>
          <a:prstGeom prst="line">
            <a:avLst/>
          </a:prstGeom>
          <a:noFill/>
          <a:ln w="12700">
            <a:solidFill>
              <a:srgbClr val="E6C01F"/>
            </a:solidFill>
            <a:round/>
            <a:headEnd/>
            <a:tailEnd/>
          </a:ln>
          <a:extLst>
            <a:ext uri="{909E8E84-426E-40DD-AFC4-6F175D3DCCD1}">
              <a14:hiddenFill xmlns:a14="http://schemas.microsoft.com/office/drawing/2010/main">
                <a:noFill/>
              </a14:hiddenFill>
            </a:ext>
          </a:extLst>
        </p:spPr>
        <p:txBody>
          <a:bodyPr wrap="none" anchor="ctr"/>
          <a:lstStyle/>
          <a:p>
            <a:endParaRPr lang="hr-HR" dirty="0"/>
          </a:p>
        </p:txBody>
      </p:sp>
      <p:sp>
        <p:nvSpPr>
          <p:cNvPr id="8" name="Line 13">
            <a:extLst>
              <a:ext uri="{FF2B5EF4-FFF2-40B4-BE49-F238E27FC236}">
                <a16:creationId xmlns:a16="http://schemas.microsoft.com/office/drawing/2014/main" id="{FB57BD19-2365-4510-B140-A8BF46017B45}"/>
              </a:ext>
            </a:extLst>
          </p:cNvPr>
          <p:cNvSpPr>
            <a:spLocks noChangeShapeType="1"/>
          </p:cNvSpPr>
          <p:nvPr/>
        </p:nvSpPr>
        <p:spPr bwMode="auto">
          <a:xfrm>
            <a:off x="0" y="6661150"/>
            <a:ext cx="9144000" cy="0"/>
          </a:xfrm>
          <a:prstGeom prst="line">
            <a:avLst/>
          </a:prstGeom>
          <a:noFill/>
          <a:ln w="12700">
            <a:solidFill>
              <a:srgbClr val="E6C01F"/>
            </a:solidFill>
            <a:round/>
            <a:headEnd/>
            <a:tailEnd/>
          </a:ln>
          <a:extLst>
            <a:ext uri="{909E8E84-426E-40DD-AFC4-6F175D3DCCD1}">
              <a14:hiddenFill xmlns:a14="http://schemas.microsoft.com/office/drawing/2010/main">
                <a:noFill/>
              </a14:hiddenFill>
            </a:ext>
          </a:extLst>
        </p:spPr>
        <p:txBody>
          <a:bodyPr wrap="none" anchor="ctr"/>
          <a:lstStyle/>
          <a:p>
            <a:endParaRPr lang="hr-HR" dirty="0"/>
          </a:p>
        </p:txBody>
      </p:sp>
      <p:sp>
        <p:nvSpPr>
          <p:cNvPr id="9" name="Text Box 14">
            <a:extLst>
              <a:ext uri="{FF2B5EF4-FFF2-40B4-BE49-F238E27FC236}">
                <a16:creationId xmlns:a16="http://schemas.microsoft.com/office/drawing/2014/main" id="{E9247816-F8A1-437D-8876-CE3B543F521A}"/>
              </a:ext>
            </a:extLst>
          </p:cNvPr>
          <p:cNvSpPr txBox="1">
            <a:spLocks noChangeArrowheads="1"/>
          </p:cNvSpPr>
          <p:nvPr/>
        </p:nvSpPr>
        <p:spPr bwMode="auto">
          <a:xfrm>
            <a:off x="8639175" y="6689725"/>
            <a:ext cx="504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b="1">
                <a:solidFill>
                  <a:schemeClr val="tx1"/>
                </a:solidFill>
                <a:latin typeface="Arial" panose="020B0604020202020204" pitchFamily="34" charset="0"/>
              </a:defRPr>
            </a:lvl1pPr>
            <a:lvl2pPr marL="742950" indent="-285750">
              <a:spcBef>
                <a:spcPct val="20000"/>
              </a:spcBef>
              <a:buChar char="•"/>
              <a:defRPr sz="1600" b="1">
                <a:solidFill>
                  <a:schemeClr val="tx1"/>
                </a:solidFill>
                <a:latin typeface="Arial" panose="020B0604020202020204" pitchFamily="34" charset="0"/>
              </a:defRPr>
            </a:lvl2pPr>
            <a:lvl3pPr marL="1143000" indent="-228600">
              <a:spcBef>
                <a:spcPct val="20000"/>
              </a:spcBef>
              <a:buChar char="•"/>
              <a:defRPr sz="1600" b="1">
                <a:solidFill>
                  <a:schemeClr val="tx1"/>
                </a:solidFill>
                <a:latin typeface="Arial" panose="020B0604020202020204" pitchFamily="34" charset="0"/>
              </a:defRPr>
            </a:lvl3pPr>
            <a:lvl4pPr marL="1600200" indent="-228600">
              <a:spcBef>
                <a:spcPct val="20000"/>
              </a:spcBef>
              <a:buChar char="•"/>
              <a:defRPr sz="1600" b="1">
                <a:solidFill>
                  <a:schemeClr val="tx1"/>
                </a:solidFill>
                <a:latin typeface="Arial" panose="020B0604020202020204" pitchFamily="34" charset="0"/>
              </a:defRPr>
            </a:lvl4pPr>
            <a:lvl5pPr marL="2057400" indent="-228600">
              <a:spcBef>
                <a:spcPct val="20000"/>
              </a:spcBef>
              <a:buChar char="•"/>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b="1">
                <a:solidFill>
                  <a:schemeClr val="tx1"/>
                </a:solidFill>
                <a:latin typeface="Arial" panose="020B0604020202020204" pitchFamily="34" charset="0"/>
              </a:defRPr>
            </a:lvl9pPr>
          </a:lstStyle>
          <a:p>
            <a:pPr eaLnBrk="1" hangingPunct="1">
              <a:spcBef>
                <a:spcPct val="50000"/>
              </a:spcBef>
              <a:buFontTx/>
              <a:buNone/>
            </a:pPr>
            <a:endParaRPr lang="sr-Latn-RS" altLang="sr-Latn-RS" b="0" dirty="0"/>
          </a:p>
        </p:txBody>
      </p:sp>
      <p:sp>
        <p:nvSpPr>
          <p:cNvPr id="10" name="Text Box 15">
            <a:extLst>
              <a:ext uri="{FF2B5EF4-FFF2-40B4-BE49-F238E27FC236}">
                <a16:creationId xmlns:a16="http://schemas.microsoft.com/office/drawing/2014/main" id="{E3A00050-2AD2-4E24-A959-018DA26B4A1F}"/>
              </a:ext>
            </a:extLst>
          </p:cNvPr>
          <p:cNvSpPr txBox="1">
            <a:spLocks noChangeArrowheads="1"/>
          </p:cNvSpPr>
          <p:nvPr/>
        </p:nvSpPr>
        <p:spPr bwMode="auto">
          <a:xfrm>
            <a:off x="8112125" y="6376988"/>
            <a:ext cx="844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b="1">
                <a:solidFill>
                  <a:schemeClr val="tx1"/>
                </a:solidFill>
                <a:latin typeface="Arial" panose="020B0604020202020204" pitchFamily="34" charset="0"/>
              </a:defRPr>
            </a:lvl1pPr>
            <a:lvl2pPr marL="742950" indent="-285750">
              <a:spcBef>
                <a:spcPct val="20000"/>
              </a:spcBef>
              <a:buChar char="•"/>
              <a:defRPr sz="1600" b="1">
                <a:solidFill>
                  <a:schemeClr val="tx1"/>
                </a:solidFill>
                <a:latin typeface="Arial" panose="020B0604020202020204" pitchFamily="34" charset="0"/>
              </a:defRPr>
            </a:lvl2pPr>
            <a:lvl3pPr marL="1143000" indent="-228600">
              <a:spcBef>
                <a:spcPct val="20000"/>
              </a:spcBef>
              <a:buChar char="•"/>
              <a:defRPr sz="1600" b="1">
                <a:solidFill>
                  <a:schemeClr val="tx1"/>
                </a:solidFill>
                <a:latin typeface="Arial" panose="020B0604020202020204" pitchFamily="34" charset="0"/>
              </a:defRPr>
            </a:lvl3pPr>
            <a:lvl4pPr marL="1600200" indent="-228600">
              <a:spcBef>
                <a:spcPct val="20000"/>
              </a:spcBef>
              <a:buChar char="•"/>
              <a:defRPr sz="1600" b="1">
                <a:solidFill>
                  <a:schemeClr val="tx1"/>
                </a:solidFill>
                <a:latin typeface="Arial" panose="020B0604020202020204" pitchFamily="34" charset="0"/>
              </a:defRPr>
            </a:lvl4pPr>
            <a:lvl5pPr marL="2057400" indent="-228600">
              <a:spcBef>
                <a:spcPct val="20000"/>
              </a:spcBef>
              <a:buChar char="•"/>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b="1">
                <a:solidFill>
                  <a:schemeClr val="tx1"/>
                </a:solidFill>
                <a:latin typeface="Arial" panose="020B0604020202020204" pitchFamily="34" charset="0"/>
              </a:defRPr>
            </a:lvl9pPr>
          </a:lstStyle>
          <a:p>
            <a:pPr eaLnBrk="1" hangingPunct="1">
              <a:spcBef>
                <a:spcPct val="50000"/>
              </a:spcBef>
              <a:buFontTx/>
              <a:buNone/>
            </a:pPr>
            <a:endParaRPr lang="sr-Latn-RS" altLang="sr-Latn-RS" b="0" dirty="0"/>
          </a:p>
        </p:txBody>
      </p:sp>
      <p:sp>
        <p:nvSpPr>
          <p:cNvPr id="11" name="Rectangle 9">
            <a:extLst>
              <a:ext uri="{FF2B5EF4-FFF2-40B4-BE49-F238E27FC236}">
                <a16:creationId xmlns:a16="http://schemas.microsoft.com/office/drawing/2014/main" id="{5240486D-8BBC-4E5F-AE3E-87568EC3A9A5}"/>
              </a:ext>
            </a:extLst>
          </p:cNvPr>
          <p:cNvSpPr>
            <a:spLocks noChangeArrowheads="1"/>
          </p:cNvSpPr>
          <p:nvPr/>
        </p:nvSpPr>
        <p:spPr bwMode="auto">
          <a:xfrm>
            <a:off x="8682038" y="6626225"/>
            <a:ext cx="606425" cy="246063"/>
          </a:xfrm>
          <a:prstGeom prst="rect">
            <a:avLst/>
          </a:prstGeom>
          <a:noFill/>
          <a:ln w="9525">
            <a:noFill/>
            <a:miter lim="800000"/>
            <a:headEnd/>
            <a:tailEnd/>
          </a:ln>
          <a:effectLst/>
        </p:spPr>
        <p:txBody>
          <a:bodyPr>
            <a:spAutoFit/>
          </a:bodyPr>
          <a:lstStyle>
            <a:lvl1pPr>
              <a:spcBef>
                <a:spcPct val="0"/>
              </a:spcBef>
              <a:defRPr sz="1600">
                <a:solidFill>
                  <a:schemeClr val="tx1"/>
                </a:solidFill>
                <a:latin typeface="Arial" panose="020B0604020202020204" pitchFamily="34" charset="0"/>
              </a:defRPr>
            </a:lvl1pPr>
            <a:lvl2pPr marL="742950" indent="-285750">
              <a:spcBef>
                <a:spcPct val="0"/>
              </a:spcBef>
              <a:defRPr sz="1600">
                <a:solidFill>
                  <a:schemeClr val="tx1"/>
                </a:solidFill>
                <a:latin typeface="Arial" panose="020B0604020202020204" pitchFamily="34" charset="0"/>
              </a:defRPr>
            </a:lvl2pPr>
            <a:lvl3pPr marL="1143000" indent="-228600">
              <a:spcBef>
                <a:spcPct val="0"/>
              </a:spcBef>
              <a:defRPr sz="1600">
                <a:solidFill>
                  <a:schemeClr val="tx1"/>
                </a:solidFill>
                <a:latin typeface="Arial" panose="020B0604020202020204" pitchFamily="34" charset="0"/>
              </a:defRPr>
            </a:lvl3pPr>
            <a:lvl4pPr marL="1600200" indent="-228600">
              <a:spcBef>
                <a:spcPct val="0"/>
              </a:spcBef>
              <a:defRPr sz="1600">
                <a:solidFill>
                  <a:schemeClr val="tx1"/>
                </a:solidFill>
                <a:latin typeface="Arial" panose="020B0604020202020204" pitchFamily="34" charset="0"/>
              </a:defRPr>
            </a:lvl4pPr>
            <a:lvl5pPr marL="2057400" indent="-228600">
              <a:spcBef>
                <a:spcPct val="0"/>
              </a:spcBef>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fld id="{5487ECC7-754E-4F59-8E24-696A1ED399B9}" type="slidenum">
              <a:rPr lang="de-DE" altLang="sr-Latn-RS" sz="1000" b="0" smtClean="0">
                <a:solidFill>
                  <a:schemeClr val="bg1"/>
                </a:solidFill>
              </a:rPr>
              <a:pPr eaLnBrk="1" hangingPunct="1">
                <a:defRPr/>
              </a:pPr>
              <a:t>‹#›</a:t>
            </a:fld>
            <a:endParaRPr lang="de-DE" altLang="sr-Latn-RS" sz="1000" b="0" dirty="0">
              <a:solidFill>
                <a:schemeClr val="bg1"/>
              </a:solidFill>
            </a:endParaRPr>
          </a:p>
        </p:txBody>
      </p:sp>
      <p:pic>
        <p:nvPicPr>
          <p:cNvPr id="12" name="Picture 9" descr="MCAST">
            <a:extLst>
              <a:ext uri="{FF2B5EF4-FFF2-40B4-BE49-F238E27FC236}">
                <a16:creationId xmlns:a16="http://schemas.microsoft.com/office/drawing/2014/main" id="{5EBDEE4A-5D09-433E-904F-F1650F13C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3313" y="185738"/>
            <a:ext cx="148431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feld 12">
            <a:extLst>
              <a:ext uri="{FF2B5EF4-FFF2-40B4-BE49-F238E27FC236}">
                <a16:creationId xmlns:a16="http://schemas.microsoft.com/office/drawing/2014/main" id="{9EE17B41-E6B1-4669-AD1B-D326DFF0B618}"/>
              </a:ext>
            </a:extLst>
          </p:cNvPr>
          <p:cNvSpPr txBox="1"/>
          <p:nvPr/>
        </p:nvSpPr>
        <p:spPr>
          <a:xfrm>
            <a:off x="0" y="6657975"/>
            <a:ext cx="9144000" cy="214313"/>
          </a:xfrm>
          <a:prstGeom prst="rect">
            <a:avLst/>
          </a:prstGeom>
          <a:noFill/>
        </p:spPr>
        <p:txBody>
          <a:bodyPr>
            <a:spAutoFit/>
          </a:bodyPr>
          <a:lstStyle>
            <a:defPPr>
              <a:defRPr lang="de-DE"/>
            </a:defPPr>
            <a:lvl1pPr algn="l" rtl="0" fontAlgn="base">
              <a:spcBef>
                <a:spcPct val="0"/>
              </a:spcBef>
              <a:spcAft>
                <a:spcPct val="0"/>
              </a:spcAft>
              <a:defRPr sz="1600" kern="1200">
                <a:solidFill>
                  <a:schemeClr val="tx1"/>
                </a:solidFill>
                <a:latin typeface="Arial" charset="0"/>
                <a:ea typeface="+mn-ea"/>
                <a:cs typeface="+mn-cs"/>
              </a:defRPr>
            </a:lvl1pPr>
            <a:lvl2pPr marL="457200" algn="l" rtl="0" fontAlgn="base">
              <a:spcBef>
                <a:spcPct val="0"/>
              </a:spcBef>
              <a:spcAft>
                <a:spcPct val="0"/>
              </a:spcAft>
              <a:defRPr sz="1600" kern="1200">
                <a:solidFill>
                  <a:schemeClr val="tx1"/>
                </a:solidFill>
                <a:latin typeface="Arial" charset="0"/>
                <a:ea typeface="+mn-ea"/>
                <a:cs typeface="+mn-cs"/>
              </a:defRPr>
            </a:lvl2pPr>
            <a:lvl3pPr marL="914400" algn="l" rtl="0" fontAlgn="base">
              <a:spcBef>
                <a:spcPct val="0"/>
              </a:spcBef>
              <a:spcAft>
                <a:spcPct val="0"/>
              </a:spcAft>
              <a:defRPr sz="1600" kern="1200">
                <a:solidFill>
                  <a:schemeClr val="tx1"/>
                </a:solidFill>
                <a:latin typeface="Arial" charset="0"/>
                <a:ea typeface="+mn-ea"/>
                <a:cs typeface="+mn-cs"/>
              </a:defRPr>
            </a:lvl3pPr>
            <a:lvl4pPr marL="1371600" algn="l" rtl="0" fontAlgn="base">
              <a:spcBef>
                <a:spcPct val="0"/>
              </a:spcBef>
              <a:spcAft>
                <a:spcPct val="0"/>
              </a:spcAft>
              <a:defRPr sz="1600" kern="1200">
                <a:solidFill>
                  <a:schemeClr val="tx1"/>
                </a:solidFill>
                <a:latin typeface="Arial" charset="0"/>
                <a:ea typeface="+mn-ea"/>
                <a:cs typeface="+mn-cs"/>
              </a:defRPr>
            </a:lvl4pPr>
            <a:lvl5pPr marL="1828800" algn="l" rtl="0" fontAlgn="base">
              <a:spcBef>
                <a:spcPct val="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a:lstStyle>
          <a:p>
            <a:pPr algn="ctr" eaLnBrk="1" hangingPunct="1">
              <a:lnSpc>
                <a:spcPct val="115000"/>
              </a:lnSpc>
              <a:spcAft>
                <a:spcPts val="1000"/>
              </a:spcAft>
              <a:defRPr/>
            </a:pPr>
            <a:r>
              <a:rPr lang="en-US" sz="700" b="0" dirty="0">
                <a:ea typeface="Times New Roman"/>
                <a:cs typeface="Times New Roman"/>
              </a:rPr>
              <a:t>A Vocational Degree programme developed by MCAST and Fraunhofer IAO.</a:t>
            </a:r>
            <a:endParaRPr lang="de-DE" sz="700" b="0" dirty="0">
              <a:ea typeface="Times New Roman"/>
              <a:cs typeface="Times New Roman"/>
            </a:endParaRPr>
          </a:p>
        </p:txBody>
      </p:sp>
      <p:pic>
        <p:nvPicPr>
          <p:cNvPr id="14" name="Grafik 13" descr="C:\Dokumente und Einstellungen\sahin\Desktop\iao_85mm_p334.png">
            <a:extLst>
              <a:ext uri="{FF2B5EF4-FFF2-40B4-BE49-F238E27FC236}">
                <a16:creationId xmlns:a16="http://schemas.microsoft.com/office/drawing/2014/main" id="{118DF992-D6B3-42BA-B7AF-94ADD5D832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425" y="155575"/>
            <a:ext cx="138430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Inhaltsplatzhalter 14"/>
          <p:cNvSpPr>
            <a:spLocks noGrp="1"/>
          </p:cNvSpPr>
          <p:nvPr>
            <p:ph sz="quarter" idx="10"/>
          </p:nvPr>
        </p:nvSpPr>
        <p:spPr>
          <a:xfrm>
            <a:off x="372122" y="1917577"/>
            <a:ext cx="8443404" cy="4473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0" name="Rectangle 2"/>
          <p:cNvSpPr>
            <a:spLocks noGrp="1" noChangeArrowheads="1"/>
          </p:cNvSpPr>
          <p:nvPr>
            <p:ph type="ctrTitle"/>
          </p:nvPr>
        </p:nvSpPr>
        <p:spPr>
          <a:xfrm>
            <a:off x="375081" y="859963"/>
            <a:ext cx="8422689" cy="755773"/>
          </a:xfrm>
        </p:spPr>
        <p:txBody>
          <a:bodyPr anchor="b"/>
          <a:lstStyle>
            <a:lvl1pPr algn="ctr">
              <a:defRPr sz="2200" smtClean="0">
                <a:latin typeface="Arial" charset="0"/>
              </a:defRPr>
            </a:lvl1pPr>
          </a:lstStyle>
          <a:p>
            <a:r>
              <a:rPr lang="en-US"/>
              <a:t>Click to edit Master title style</a:t>
            </a:r>
            <a:endParaRPr lang="de-DE" dirty="0"/>
          </a:p>
        </p:txBody>
      </p:sp>
    </p:spTree>
    <p:extLst>
      <p:ext uri="{BB962C8B-B14F-4D97-AF65-F5344CB8AC3E}">
        <p14:creationId xmlns:p14="http://schemas.microsoft.com/office/powerpoint/2010/main" val="4182403741"/>
      </p:ext>
    </p:extLst>
  </p:cSld>
  <p:clrMapOvr>
    <a:overrideClrMapping bg1="lt1" tx1="dk1" bg2="lt2" tx2="dk2" accent1="accent1" accent2="accent2" accent3="accent3" accent4="accent4" accent5="accent5" accent6="accent6" hlink="hlink" folHlink="folHlink"/>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1150938" y="533400"/>
            <a:ext cx="7793037" cy="769938"/>
          </a:xfrm>
        </p:spPr>
        <p:txBody>
          <a:bodyPr/>
          <a:lstStyle/>
          <a:p>
            <a:r>
              <a:rPr lang="en-US"/>
              <a:t>Click to edit Master title style</a:t>
            </a:r>
            <a:endParaRPr lang="es-ES"/>
          </a:p>
        </p:txBody>
      </p:sp>
      <p:sp>
        <p:nvSpPr>
          <p:cNvPr id="3" name="2 Marcador de tabla"/>
          <p:cNvSpPr>
            <a:spLocks noGrp="1"/>
          </p:cNvSpPr>
          <p:nvPr>
            <p:ph type="tbl" idx="1"/>
          </p:nvPr>
        </p:nvSpPr>
        <p:spPr>
          <a:xfrm>
            <a:off x="0" y="1676400"/>
            <a:ext cx="9144000" cy="4456113"/>
          </a:xfrm>
        </p:spPr>
        <p:txBody>
          <a:bodyPr/>
          <a:lstStyle/>
          <a:p>
            <a:pPr lvl="0"/>
            <a:r>
              <a:rPr lang="en-US" noProof="0"/>
              <a:t>Click icon to add table</a:t>
            </a:r>
            <a:endParaRPr lang="es-ES" noProof="0" dirty="0"/>
          </a:p>
        </p:txBody>
      </p:sp>
      <p:sp>
        <p:nvSpPr>
          <p:cNvPr id="4" name="Rectangle 11">
            <a:extLst>
              <a:ext uri="{FF2B5EF4-FFF2-40B4-BE49-F238E27FC236}">
                <a16:creationId xmlns:a16="http://schemas.microsoft.com/office/drawing/2014/main" id="{8878ED30-4CA5-4F36-903B-BB1F88A7DCD6}"/>
              </a:ext>
            </a:extLst>
          </p:cNvPr>
          <p:cNvSpPr>
            <a:spLocks noGrp="1" noChangeArrowheads="1"/>
          </p:cNvSpPr>
          <p:nvPr>
            <p:ph type="dt" sz="half" idx="10"/>
          </p:nvPr>
        </p:nvSpPr>
        <p:spPr>
          <a:ln/>
        </p:spPr>
        <p:txBody>
          <a:bodyPr/>
          <a:lstStyle>
            <a:lvl1pPr>
              <a:defRPr/>
            </a:lvl1pPr>
          </a:lstStyle>
          <a:p>
            <a:fld id="{E46E8F5E-7C26-4DBA-9CDF-6E3092DFB447}" type="datetime1">
              <a:rPr lang="hr-HR" smtClean="0"/>
              <a:t>23.10.2025.</a:t>
            </a:fld>
            <a:endParaRPr lang="hr-HR" dirty="0"/>
          </a:p>
        </p:txBody>
      </p:sp>
      <p:sp>
        <p:nvSpPr>
          <p:cNvPr id="5" name="Rectangle 12">
            <a:extLst>
              <a:ext uri="{FF2B5EF4-FFF2-40B4-BE49-F238E27FC236}">
                <a16:creationId xmlns:a16="http://schemas.microsoft.com/office/drawing/2014/main" id="{3616777E-FC54-4224-94BE-684145743291}"/>
              </a:ext>
            </a:extLst>
          </p:cNvPr>
          <p:cNvSpPr>
            <a:spLocks noGrp="1" noChangeArrowheads="1"/>
          </p:cNvSpPr>
          <p:nvPr>
            <p:ph type="ftr" sz="quarter" idx="11"/>
          </p:nvPr>
        </p:nvSpPr>
        <p:spPr>
          <a:ln/>
        </p:spPr>
        <p:txBody>
          <a:bodyPr/>
          <a:lstStyle>
            <a:lvl1pPr>
              <a:defRPr/>
            </a:lvl1pPr>
          </a:lstStyle>
          <a:p>
            <a:endParaRPr lang="hr-HR" dirty="0"/>
          </a:p>
        </p:txBody>
      </p:sp>
      <p:sp>
        <p:nvSpPr>
          <p:cNvPr id="6" name="Rectangle 13">
            <a:extLst>
              <a:ext uri="{FF2B5EF4-FFF2-40B4-BE49-F238E27FC236}">
                <a16:creationId xmlns:a16="http://schemas.microsoft.com/office/drawing/2014/main" id="{02A5E6CE-E56A-416E-B8B3-DBFD0971A9AE}"/>
              </a:ext>
            </a:extLst>
          </p:cNvPr>
          <p:cNvSpPr>
            <a:spLocks noGrp="1" noChangeArrowheads="1"/>
          </p:cNvSpPr>
          <p:nvPr>
            <p:ph type="sldNum" sz="quarter" idx="12"/>
          </p:nvPr>
        </p:nvSpPr>
        <p:spPr>
          <a:ln/>
        </p:spPr>
        <p:txBody>
          <a:bodyPr/>
          <a:lstStyle>
            <a:lvl1pPr>
              <a:defRPr/>
            </a:lvl1pPr>
          </a:lstStyle>
          <a:p>
            <a:fld id="{FAA41844-C0CA-4144-9D6C-D993F0C0FAB4}" type="slidenum">
              <a:rPr lang="hr-HR" smtClean="0"/>
              <a:t>‹#›</a:t>
            </a:fld>
            <a:endParaRPr lang="hr-HR" dirty="0"/>
          </a:p>
        </p:txBody>
      </p:sp>
    </p:spTree>
    <p:extLst>
      <p:ext uri="{BB962C8B-B14F-4D97-AF65-F5344CB8AC3E}">
        <p14:creationId xmlns:p14="http://schemas.microsoft.com/office/powerpoint/2010/main" val="4645687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308" y="3685740"/>
            <a:ext cx="7772400" cy="2387600"/>
          </a:xfrm>
        </p:spPr>
        <p:txBody>
          <a:bodyPr lIns="252000" tIns="46800" rIns="252000" anchor="ctr"/>
          <a:lstStyle>
            <a:lvl1pPr algn="ctr">
              <a:defRPr sz="6000"/>
            </a:lvl1pPr>
          </a:lstStyle>
          <a:p>
            <a:r>
              <a:rPr lang="en-US"/>
              <a:t>Click to edit Master title style</a:t>
            </a:r>
            <a:endParaRPr lang="en-US" dirty="0"/>
          </a:p>
        </p:txBody>
      </p:sp>
    </p:spTree>
    <p:extLst>
      <p:ext uri="{BB962C8B-B14F-4D97-AF65-F5344CB8AC3E}">
        <p14:creationId xmlns:p14="http://schemas.microsoft.com/office/powerpoint/2010/main" val="315282845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theme" Target="../theme/theme2.xml"/><Relationship Id="rId3" Type="http://schemas.openxmlformats.org/officeDocument/2006/relationships/slideLayout" Target="../slideLayouts/slideLayout11.xml"/><Relationship Id="rId21" Type="http://schemas.microsoft.com/office/2007/relationships/hdphoto" Target="../media/hdphoto1.wdp"/><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image" Target="../media/image9.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image" Target="../media/image8.png"/><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6E8F5E-7C26-4DBA-9CDF-6E3092DFB447}" type="datetime1">
              <a:rPr lang="hr-HR" smtClean="0"/>
              <a:t>23.10.2025.</a:t>
            </a:fld>
            <a:endParaRPr lang="hr-HR"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A41844-C0CA-4144-9D6C-D993F0C0FAB4}" type="slidenum">
              <a:rPr lang="hr-HR" smtClean="0"/>
              <a:t>‹#›</a:t>
            </a:fld>
            <a:endParaRPr lang="hr-HR" dirty="0"/>
          </a:p>
        </p:txBody>
      </p:sp>
    </p:spTree>
    <p:extLst>
      <p:ext uri="{BB962C8B-B14F-4D97-AF65-F5344CB8AC3E}">
        <p14:creationId xmlns:p14="http://schemas.microsoft.com/office/powerpoint/2010/main" val="358054818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500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000" y="36000"/>
            <a:ext cx="7920000" cy="8282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2000" y="972000"/>
            <a:ext cx="9000000" cy="5400000"/>
          </a:xfrm>
          <a:prstGeom prst="rect">
            <a:avLst/>
          </a:prstGeom>
        </p:spPr>
        <p:txBody>
          <a:bodyPr vert="horz" lIns="91440" tIns="45720" rIns="91440" bIns="4572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63534" y="6501038"/>
            <a:ext cx="940649" cy="288000"/>
          </a:xfrm>
          <a:prstGeom prst="rect">
            <a:avLst/>
          </a:prstGeom>
        </p:spPr>
        <p:txBody>
          <a:bodyPr vert="horz" lIns="91440" tIns="45720" rIns="91440" bIns="45720" rtlCol="0" anchor="ctr"/>
          <a:lstStyle>
            <a:lvl1pPr algn="r">
              <a:defRPr sz="1000">
                <a:solidFill>
                  <a:schemeClr val="tx1">
                    <a:lumMod val="75000"/>
                    <a:lumOff val="25000"/>
                  </a:schemeClr>
                </a:solidFill>
              </a:defRPr>
            </a:lvl1pPr>
          </a:lstStyle>
          <a:p>
            <a:fld id="{E46E8F5E-7C26-4DBA-9CDF-6E3092DFB447}" type="datetime1">
              <a:rPr lang="hr-HR" smtClean="0"/>
              <a:t>23.10.2025.</a:t>
            </a:fld>
            <a:endParaRPr lang="hr-HR" dirty="0"/>
          </a:p>
        </p:txBody>
      </p:sp>
      <p:sp>
        <p:nvSpPr>
          <p:cNvPr id="5" name="Footer Placeholder 4"/>
          <p:cNvSpPr>
            <a:spLocks noGrp="1"/>
          </p:cNvSpPr>
          <p:nvPr>
            <p:ph type="ftr" sz="quarter" idx="3"/>
          </p:nvPr>
        </p:nvSpPr>
        <p:spPr>
          <a:xfrm>
            <a:off x="758803" y="6501039"/>
            <a:ext cx="6759654" cy="288000"/>
          </a:xfrm>
          <a:prstGeom prst="rect">
            <a:avLst/>
          </a:prstGeom>
        </p:spPr>
        <p:txBody>
          <a:bodyPr vert="horz" lIns="91440" tIns="45720" rIns="91440" bIns="45720" rtlCol="0" anchor="ctr"/>
          <a:lstStyle>
            <a:lvl1pPr algn="ctr">
              <a:defRPr sz="1000" cap="none">
                <a:solidFill>
                  <a:schemeClr val="tx1">
                    <a:lumMod val="75000"/>
                    <a:lumOff val="25000"/>
                  </a:schemeClr>
                </a:solidFill>
              </a:defRPr>
            </a:lvl1pPr>
          </a:lstStyle>
          <a:p>
            <a:endParaRPr lang="hr-HR" dirty="0"/>
          </a:p>
        </p:txBody>
      </p:sp>
      <p:sp>
        <p:nvSpPr>
          <p:cNvPr id="6" name="Slide Number Placeholder 5"/>
          <p:cNvSpPr>
            <a:spLocks noGrp="1"/>
          </p:cNvSpPr>
          <p:nvPr>
            <p:ph type="sldNum" sz="quarter" idx="4"/>
          </p:nvPr>
        </p:nvSpPr>
        <p:spPr>
          <a:xfrm>
            <a:off x="8549260" y="6501038"/>
            <a:ext cx="475056" cy="288000"/>
          </a:xfrm>
          <a:prstGeom prst="rect">
            <a:avLst/>
          </a:prstGeom>
        </p:spPr>
        <p:txBody>
          <a:bodyPr vert="horz" lIns="91440" tIns="45720" rIns="91440" bIns="45720" rtlCol="0" anchor="ctr"/>
          <a:lstStyle>
            <a:lvl1pPr algn="r">
              <a:defRPr sz="1000">
                <a:solidFill>
                  <a:schemeClr val="tx1">
                    <a:lumMod val="75000"/>
                    <a:lumOff val="25000"/>
                  </a:schemeClr>
                </a:solidFill>
              </a:defRPr>
            </a:lvl1pPr>
          </a:lstStyle>
          <a:p>
            <a:fld id="{FAA41844-C0CA-4144-9D6C-D993F0C0FAB4}" type="slidenum">
              <a:rPr lang="hr-HR" smtClean="0"/>
              <a:t>‹#›</a:t>
            </a:fld>
            <a:endParaRPr lang="hr-HR" dirty="0"/>
          </a:p>
        </p:txBody>
      </p:sp>
      <p:sp>
        <p:nvSpPr>
          <p:cNvPr id="17" name="Rectangle 7">
            <a:extLst>
              <a:ext uri="{FF2B5EF4-FFF2-40B4-BE49-F238E27FC236}">
                <a16:creationId xmlns:a16="http://schemas.microsoft.com/office/drawing/2014/main" id="{89CEFA33-B437-4AA3-8275-93D2FF8194BB}"/>
              </a:ext>
            </a:extLst>
          </p:cNvPr>
          <p:cNvSpPr>
            <a:spLocks noChangeArrowheads="1"/>
          </p:cNvSpPr>
          <p:nvPr/>
        </p:nvSpPr>
        <p:spPr bwMode="gray">
          <a:xfrm>
            <a:off x="71999" y="887249"/>
            <a:ext cx="9000000" cy="45719"/>
          </a:xfrm>
          <a:prstGeom prst="rect">
            <a:avLst/>
          </a:prstGeom>
          <a:gradFill rotWithShape="0">
            <a:gsLst>
              <a:gs pos="3000">
                <a:schemeClr val="accent1">
                  <a:lumMod val="20000"/>
                  <a:lumOff val="80000"/>
                </a:schemeClr>
              </a:gs>
              <a:gs pos="100000">
                <a:schemeClr val="bg1"/>
              </a:gs>
            </a:gsLst>
            <a:lin ang="0" scaled="1"/>
          </a:gradFill>
          <a:ln w="9525">
            <a:noFill/>
            <a:miter lim="800000"/>
            <a:headEnd/>
            <a:tailEnd/>
          </a:ln>
          <a:effectLst/>
        </p:spPr>
        <p:txBody>
          <a:bodyPr wrap="none" anchor="ctr"/>
          <a:lstStyle/>
          <a:p>
            <a:pPr eaLnBrk="1" hangingPunct="1">
              <a:defRPr/>
            </a:pPr>
            <a:endParaRPr kumimoji="1" lang="hr-HR" sz="1350" b="0" noProof="0" dirty="0">
              <a:latin typeface="Tahoma" pitchFamily="34" charset="0"/>
            </a:endParaRPr>
          </a:p>
        </p:txBody>
      </p:sp>
      <p:sp>
        <p:nvSpPr>
          <p:cNvPr id="20" name="Rectangle 7">
            <a:extLst>
              <a:ext uri="{FF2B5EF4-FFF2-40B4-BE49-F238E27FC236}">
                <a16:creationId xmlns:a16="http://schemas.microsoft.com/office/drawing/2014/main" id="{73C7DFB0-5E2B-4809-9C0B-ED751F99515E}"/>
              </a:ext>
            </a:extLst>
          </p:cNvPr>
          <p:cNvSpPr>
            <a:spLocks noChangeArrowheads="1"/>
          </p:cNvSpPr>
          <p:nvPr/>
        </p:nvSpPr>
        <p:spPr bwMode="gray">
          <a:xfrm>
            <a:off x="2" y="6816222"/>
            <a:ext cx="9143999" cy="36000"/>
          </a:xfrm>
          <a:prstGeom prst="rect">
            <a:avLst/>
          </a:prstGeom>
          <a:gradFill rotWithShape="0">
            <a:gsLst>
              <a:gs pos="3000">
                <a:schemeClr val="bg1">
                  <a:alpha val="56000"/>
                </a:schemeClr>
              </a:gs>
              <a:gs pos="100000">
                <a:schemeClr val="accent1">
                  <a:lumMod val="20000"/>
                  <a:lumOff val="80000"/>
                </a:schemeClr>
              </a:gs>
            </a:gsLst>
            <a:lin ang="0" scaled="1"/>
          </a:gradFill>
          <a:ln w="9525">
            <a:noFill/>
            <a:miter lim="800000"/>
            <a:headEnd/>
            <a:tailEnd/>
          </a:ln>
          <a:effectLst/>
        </p:spPr>
        <p:txBody>
          <a:bodyPr wrap="none" anchor="ctr"/>
          <a:lstStyle/>
          <a:p>
            <a:pPr eaLnBrk="1" hangingPunct="1">
              <a:defRPr/>
            </a:pPr>
            <a:endParaRPr kumimoji="1" lang="hr-HR" sz="1350" b="0" noProof="0" dirty="0">
              <a:latin typeface="Tahoma" pitchFamily="34" charset="0"/>
            </a:endParaRPr>
          </a:p>
        </p:txBody>
      </p:sp>
      <p:pic>
        <p:nvPicPr>
          <p:cNvPr id="23" name="Picture 22">
            <a:extLst>
              <a:ext uri="{FF2B5EF4-FFF2-40B4-BE49-F238E27FC236}">
                <a16:creationId xmlns:a16="http://schemas.microsoft.com/office/drawing/2014/main" id="{3FB4C7E3-BB36-4260-BA39-D064CCA029AF}"/>
              </a:ext>
            </a:extLst>
          </p:cNvPr>
          <p:cNvPicPr>
            <a:picLocks noChangeAspect="1"/>
          </p:cNvPicPr>
          <p:nvPr/>
        </p:nvPicPr>
        <p:blipFill>
          <a:blip r:embed="rId19"/>
          <a:stretch>
            <a:fillRect/>
          </a:stretch>
        </p:blipFill>
        <p:spPr>
          <a:xfrm>
            <a:off x="85394" y="171448"/>
            <a:ext cx="697230" cy="548640"/>
          </a:xfrm>
          <a:prstGeom prst="rect">
            <a:avLst/>
          </a:prstGeom>
        </p:spPr>
      </p:pic>
      <p:pic>
        <p:nvPicPr>
          <p:cNvPr id="24" name="FER_logo" descr="A close up of a logo&#10;&#10;Description automatically generated">
            <a:extLst>
              <a:ext uri="{FF2B5EF4-FFF2-40B4-BE49-F238E27FC236}">
                <a16:creationId xmlns:a16="http://schemas.microsoft.com/office/drawing/2014/main" id="{75090067-1575-4BA5-A613-FCA8F5BA8302}"/>
              </a:ext>
            </a:extLst>
          </p:cNvPr>
          <p:cNvPicPr>
            <a:picLocks noChangeAspect="1"/>
          </p:cNvPicPr>
          <p:nvPr/>
        </p:nvPicPr>
        <p:blipFill rotWithShape="1">
          <a:blip r:embed="rId20">
            <a:alphaModFix amt="79000"/>
            <a:extLst>
              <a:ext uri="{BEBA8EAE-BF5A-486C-A8C5-ECC9F3942E4B}">
                <a14:imgProps xmlns:a14="http://schemas.microsoft.com/office/drawing/2010/main">
                  <a14:imgLayer r:embed="rId21">
                    <a14:imgEffect>
                      <a14:artisticPhotocopy/>
                    </a14:imgEffect>
                  </a14:imgLayer>
                </a14:imgProps>
              </a:ext>
            </a:extLst>
          </a:blip>
          <a:srcRect l="13474" t="23715" r="15700" b="21450"/>
          <a:stretch/>
        </p:blipFill>
        <p:spPr>
          <a:xfrm>
            <a:off x="8469403" y="296918"/>
            <a:ext cx="634769" cy="306426"/>
          </a:xfrm>
          <a:prstGeom prst="rect">
            <a:avLst/>
          </a:prstGeom>
        </p:spPr>
      </p:pic>
    </p:spTree>
    <p:extLst>
      <p:ext uri="{BB962C8B-B14F-4D97-AF65-F5344CB8AC3E}">
        <p14:creationId xmlns:p14="http://schemas.microsoft.com/office/powerpoint/2010/main" val="363741820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500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hf hdr="0" ftr="0" dt="0"/>
  <p:txStyles>
    <p:titleStyle>
      <a:lvl1pPr algn="ctr" defTabSz="257175"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2000" indent="-252000" algn="l" defTabSz="257175" rtl="0" eaLnBrk="1" latinLnBrk="0" hangingPunct="1">
        <a:lnSpc>
          <a:spcPct val="110000"/>
        </a:lnSpc>
        <a:spcBef>
          <a:spcPts val="500"/>
        </a:spcBef>
        <a:spcAft>
          <a:spcPts val="300"/>
        </a:spcAft>
        <a:buClr>
          <a:schemeClr val="accent1"/>
        </a:buClr>
        <a:buSzPct val="92000"/>
        <a:buFont typeface="Wingdings 2" panose="05020102010507070707" pitchFamily="18" charset="2"/>
        <a:buChar char=""/>
        <a:defRPr sz="2400" kern="1200">
          <a:ln>
            <a:noFill/>
          </a:ln>
          <a:solidFill>
            <a:schemeClr val="tx1"/>
          </a:solidFill>
          <a:latin typeface="+mn-lt"/>
          <a:ea typeface="+mn-ea"/>
          <a:cs typeface="+mn-cs"/>
        </a:defRPr>
      </a:lvl1pPr>
      <a:lvl2pPr marL="396000" indent="-252000" algn="l" defTabSz="257175" rtl="0" eaLnBrk="1" latinLnBrk="0" hangingPunct="1">
        <a:spcBef>
          <a:spcPts val="400"/>
        </a:spcBef>
        <a:spcAft>
          <a:spcPts val="300"/>
        </a:spcAft>
        <a:buClr>
          <a:schemeClr val="accent1"/>
        </a:buClr>
        <a:buSzPct val="92000"/>
        <a:buFont typeface="Wingdings 2" panose="05020102010507070707" pitchFamily="18" charset="2"/>
        <a:buChar char=""/>
        <a:defRPr sz="2000" kern="1200">
          <a:solidFill>
            <a:schemeClr val="tx1"/>
          </a:solidFill>
          <a:latin typeface="+mn-lt"/>
          <a:ea typeface="+mn-ea"/>
          <a:cs typeface="+mn-cs"/>
        </a:defRPr>
      </a:lvl2pPr>
      <a:lvl3pPr marL="506250" indent="-151875" algn="l" defTabSz="257175" rtl="0" eaLnBrk="1" latinLnBrk="0" hangingPunct="1">
        <a:spcBef>
          <a:spcPct val="20000"/>
        </a:spcBef>
        <a:spcAft>
          <a:spcPts val="338"/>
        </a:spcAft>
        <a:buClr>
          <a:schemeClr val="accent1"/>
        </a:buClr>
        <a:buSzPct val="92000"/>
        <a:buFont typeface="Wingdings 2" panose="05020102010507070707" pitchFamily="18" charset="2"/>
        <a:buChar char=""/>
        <a:defRPr sz="1600" kern="1200">
          <a:solidFill>
            <a:schemeClr val="tx1"/>
          </a:solidFill>
          <a:latin typeface="+mn-lt"/>
          <a:ea typeface="+mn-ea"/>
          <a:cs typeface="+mn-cs"/>
        </a:defRPr>
      </a:lvl3pPr>
      <a:lvl4pPr marL="698625" indent="-131625" algn="l" defTabSz="257175" rtl="0" eaLnBrk="1" latinLnBrk="0" hangingPunct="1">
        <a:spcBef>
          <a:spcPct val="20000"/>
        </a:spcBef>
        <a:spcAft>
          <a:spcPts val="338"/>
        </a:spcAft>
        <a:buClr>
          <a:schemeClr val="accent1"/>
        </a:buClr>
        <a:buSzPct val="92000"/>
        <a:buFont typeface="Wingdings 2" panose="05020102010507070707" pitchFamily="18" charset="2"/>
        <a:buChar char=""/>
        <a:defRPr sz="1400" kern="1200">
          <a:solidFill>
            <a:schemeClr val="tx1"/>
          </a:solidFill>
          <a:latin typeface="+mn-lt"/>
          <a:ea typeface="+mn-ea"/>
          <a:cs typeface="+mn-cs"/>
        </a:defRPr>
      </a:lvl4pPr>
      <a:lvl5pPr marL="901125" indent="-131625" algn="l" defTabSz="257175" rtl="0" eaLnBrk="1" latinLnBrk="0" hangingPunct="1">
        <a:spcBef>
          <a:spcPct val="20000"/>
        </a:spcBef>
        <a:spcAft>
          <a:spcPts val="338"/>
        </a:spcAft>
        <a:buClr>
          <a:schemeClr val="accent1"/>
        </a:buClr>
        <a:buSzPct val="92000"/>
        <a:buFont typeface="Wingdings 2" panose="05020102010507070707" pitchFamily="18" charset="2"/>
        <a:buChar char=""/>
        <a:defRPr sz="1400" kern="1200">
          <a:solidFill>
            <a:schemeClr val="tx1"/>
          </a:solidFill>
          <a:latin typeface="+mn-lt"/>
          <a:ea typeface="+mn-ea"/>
          <a:cs typeface="+mn-cs"/>
        </a:defRPr>
      </a:lvl5pPr>
      <a:lvl6pPr marL="1068750" indent="-128588" algn="l" defTabSz="257175" rtl="0" eaLnBrk="1" latinLnBrk="0" hangingPunct="1">
        <a:spcBef>
          <a:spcPct val="20000"/>
        </a:spcBef>
        <a:spcAft>
          <a:spcPts val="338"/>
        </a:spcAft>
        <a:buClr>
          <a:schemeClr val="accent2"/>
        </a:buClr>
        <a:buSzPct val="92000"/>
        <a:buFont typeface="Wingdings 2" panose="05020102010507070707" pitchFamily="18" charset="2"/>
        <a:buChar char=""/>
        <a:defRPr sz="675" kern="1200">
          <a:solidFill>
            <a:schemeClr val="tx2"/>
          </a:solidFill>
          <a:latin typeface="+mn-lt"/>
          <a:ea typeface="+mn-ea"/>
          <a:cs typeface="+mn-cs"/>
        </a:defRPr>
      </a:lvl6pPr>
      <a:lvl7pPr marL="1237500" indent="-128588" algn="l" defTabSz="257175" rtl="0" eaLnBrk="1" latinLnBrk="0" hangingPunct="1">
        <a:spcBef>
          <a:spcPct val="20000"/>
        </a:spcBef>
        <a:spcAft>
          <a:spcPts val="338"/>
        </a:spcAft>
        <a:buClr>
          <a:schemeClr val="accent2"/>
        </a:buClr>
        <a:buSzPct val="92000"/>
        <a:buFont typeface="Wingdings 2" panose="05020102010507070707" pitchFamily="18" charset="2"/>
        <a:buChar char=""/>
        <a:defRPr sz="675" kern="1200">
          <a:solidFill>
            <a:schemeClr val="tx2"/>
          </a:solidFill>
          <a:latin typeface="+mn-lt"/>
          <a:ea typeface="+mn-ea"/>
          <a:cs typeface="+mn-cs"/>
        </a:defRPr>
      </a:lvl7pPr>
      <a:lvl8pPr marL="1406250" indent="-128588" algn="l" defTabSz="257175" rtl="0" eaLnBrk="1" latinLnBrk="0" hangingPunct="1">
        <a:spcBef>
          <a:spcPct val="20000"/>
        </a:spcBef>
        <a:spcAft>
          <a:spcPts val="338"/>
        </a:spcAft>
        <a:buClr>
          <a:schemeClr val="accent2"/>
        </a:buClr>
        <a:buSzPct val="92000"/>
        <a:buFont typeface="Wingdings 2" panose="05020102010507070707" pitchFamily="18" charset="2"/>
        <a:buChar char=""/>
        <a:defRPr sz="675" kern="1200">
          <a:solidFill>
            <a:schemeClr val="tx2"/>
          </a:solidFill>
          <a:latin typeface="+mn-lt"/>
          <a:ea typeface="+mn-ea"/>
          <a:cs typeface="+mn-cs"/>
        </a:defRPr>
      </a:lvl8pPr>
      <a:lvl9pPr marL="1575000" indent="-128588" algn="l" defTabSz="257175" rtl="0" eaLnBrk="1" latinLnBrk="0" hangingPunct="1">
        <a:spcBef>
          <a:spcPct val="20000"/>
        </a:spcBef>
        <a:spcAft>
          <a:spcPts val="338"/>
        </a:spcAft>
        <a:buClr>
          <a:schemeClr val="accent2"/>
        </a:buClr>
        <a:buSzPct val="92000"/>
        <a:buFont typeface="Wingdings 2" panose="05020102010507070707" pitchFamily="18" charset="2"/>
        <a:buChar char=""/>
        <a:defRPr sz="675" kern="1200">
          <a:solidFill>
            <a:schemeClr val="tx2"/>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2947" y="3752009"/>
            <a:ext cx="8245162" cy="1475014"/>
          </a:xfrm>
        </p:spPr>
        <p:txBody>
          <a:bodyPr>
            <a:normAutofit/>
          </a:bodyPr>
          <a:lstStyle/>
          <a:p>
            <a:pPr>
              <a:lnSpc>
                <a:spcPct val="150000"/>
              </a:lnSpc>
            </a:pPr>
            <a:r>
              <a:rPr lang="hr-HR" sz="4000" cap="none" noProof="0" dirty="0" err="1"/>
              <a:t>RestoraniZEGE</a:t>
            </a:r>
            <a:endParaRPr lang="hr-HR" sz="4000" cap="none" noProof="0" dirty="0"/>
          </a:p>
        </p:txBody>
      </p:sp>
      <p:sp>
        <p:nvSpPr>
          <p:cNvPr id="3" name="Subtitle 2">
            <a:extLst>
              <a:ext uri="{FF2B5EF4-FFF2-40B4-BE49-F238E27FC236}">
                <a16:creationId xmlns:a16="http://schemas.microsoft.com/office/drawing/2014/main" id="{2809DD34-BFD2-8305-42BF-AA42E093F93A}"/>
              </a:ext>
            </a:extLst>
          </p:cNvPr>
          <p:cNvSpPr>
            <a:spLocks noGrp="1"/>
          </p:cNvSpPr>
          <p:nvPr>
            <p:ph type="subTitle" idx="1"/>
          </p:nvPr>
        </p:nvSpPr>
        <p:spPr>
          <a:xfrm>
            <a:off x="699328" y="5227023"/>
            <a:ext cx="7772400" cy="590321"/>
          </a:xfrm>
        </p:spPr>
        <p:txBody>
          <a:bodyPr>
            <a:normAutofit lnSpcReduction="10000"/>
          </a:bodyPr>
          <a:lstStyle/>
          <a:p>
            <a:r>
              <a:rPr lang="hr-HR" sz="1400" noProof="0" dirty="0"/>
              <a:t>Tim:  TG 16.01 </a:t>
            </a:r>
            <a:r>
              <a:rPr lang="hr-HR" sz="1400" noProof="0" dirty="0" err="1"/>
              <a:t>NininiZaštitari</a:t>
            </a:r>
            <a:endParaRPr lang="hr-HR" sz="1400" noProof="0" dirty="0"/>
          </a:p>
          <a:p>
            <a:r>
              <a:rPr lang="hr-HR" noProof="0" dirty="0"/>
              <a:t>Ak. god. 2025./2026.</a:t>
            </a:r>
          </a:p>
        </p:txBody>
      </p:sp>
    </p:spTree>
    <p:extLst>
      <p:ext uri="{BB962C8B-B14F-4D97-AF65-F5344CB8AC3E}">
        <p14:creationId xmlns:p14="http://schemas.microsoft.com/office/powerpoint/2010/main" val="3657843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noProof="0" dirty="0"/>
              <a:t>Sadržaj</a:t>
            </a:r>
          </a:p>
        </p:txBody>
      </p:sp>
      <p:sp>
        <p:nvSpPr>
          <p:cNvPr id="3" name="Content Placeholder 2"/>
          <p:cNvSpPr>
            <a:spLocks noGrp="1"/>
          </p:cNvSpPr>
          <p:nvPr>
            <p:ph idx="1"/>
          </p:nvPr>
        </p:nvSpPr>
        <p:spPr/>
        <p:txBody>
          <a:bodyPr/>
          <a:lstStyle/>
          <a:p>
            <a:r>
              <a:rPr lang="hr-HR" noProof="0" dirty="0"/>
              <a:t>Članovi grupe</a:t>
            </a:r>
          </a:p>
          <a:p>
            <a:r>
              <a:rPr lang="hr-HR" noProof="0" dirty="0"/>
              <a:t>Opis zadatka</a:t>
            </a:r>
          </a:p>
          <a:p>
            <a:r>
              <a:rPr lang="hr-HR" noProof="0" dirty="0"/>
              <a:t>Pregled zahtjeva</a:t>
            </a:r>
          </a:p>
          <a:p>
            <a:r>
              <a:rPr lang="hr-HR" noProof="0" dirty="0"/>
              <a:t>Dijagrami obrazaca uporabe</a:t>
            </a:r>
          </a:p>
          <a:p>
            <a:r>
              <a:rPr lang="hr-HR" noProof="0" dirty="0"/>
              <a:t>Korišteni alati i tehnologije</a:t>
            </a:r>
          </a:p>
        </p:txBody>
      </p:sp>
      <p:sp>
        <p:nvSpPr>
          <p:cNvPr id="4" name="Slide Number Placeholder 3"/>
          <p:cNvSpPr>
            <a:spLocks noGrp="1"/>
          </p:cNvSpPr>
          <p:nvPr>
            <p:ph type="sldNum" sz="quarter" idx="12"/>
          </p:nvPr>
        </p:nvSpPr>
        <p:spPr/>
        <p:txBody>
          <a:bodyPr/>
          <a:lstStyle/>
          <a:p>
            <a:fld id="{FAA41844-C0CA-4144-9D6C-D993F0C0FAB4}" type="slidenum">
              <a:rPr lang="hr-HR" smtClean="0"/>
              <a:t>2</a:t>
            </a:fld>
            <a:endParaRPr lang="hr-HR" dirty="0"/>
          </a:p>
        </p:txBody>
      </p:sp>
    </p:spTree>
    <p:extLst>
      <p:ext uri="{BB962C8B-B14F-4D97-AF65-F5344CB8AC3E}">
        <p14:creationId xmlns:p14="http://schemas.microsoft.com/office/powerpoint/2010/main" val="1307531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CC5E-8F0C-4678-41F6-563B723DD1F8}"/>
              </a:ext>
            </a:extLst>
          </p:cNvPr>
          <p:cNvSpPr>
            <a:spLocks noGrp="1"/>
          </p:cNvSpPr>
          <p:nvPr>
            <p:ph type="title"/>
          </p:nvPr>
        </p:nvSpPr>
        <p:spPr/>
        <p:txBody>
          <a:bodyPr/>
          <a:lstStyle/>
          <a:p>
            <a:r>
              <a:rPr lang="hr-HR" noProof="0" dirty="0"/>
              <a:t>Članovi grupe</a:t>
            </a:r>
          </a:p>
        </p:txBody>
      </p:sp>
      <p:sp>
        <p:nvSpPr>
          <p:cNvPr id="3" name="Content Placeholder 2">
            <a:extLst>
              <a:ext uri="{FF2B5EF4-FFF2-40B4-BE49-F238E27FC236}">
                <a16:creationId xmlns:a16="http://schemas.microsoft.com/office/drawing/2014/main" id="{AA385B14-6D23-2394-890E-2F2CE0684421}"/>
              </a:ext>
            </a:extLst>
          </p:cNvPr>
          <p:cNvSpPr>
            <a:spLocks noGrp="1"/>
          </p:cNvSpPr>
          <p:nvPr>
            <p:ph idx="1"/>
          </p:nvPr>
        </p:nvSpPr>
        <p:spPr/>
        <p:txBody>
          <a:bodyPr/>
          <a:lstStyle/>
          <a:p>
            <a:pPr marL="0" indent="0">
              <a:buNone/>
            </a:pPr>
            <a:r>
              <a:rPr lang="hr-HR" noProof="0" dirty="0"/>
              <a:t>Karlo Kus – voditelj i </a:t>
            </a:r>
            <a:r>
              <a:rPr lang="hr-HR" noProof="0" dirty="0" err="1"/>
              <a:t>lead</a:t>
            </a:r>
            <a:r>
              <a:rPr lang="hr-HR" noProof="0" dirty="0"/>
              <a:t> </a:t>
            </a:r>
            <a:r>
              <a:rPr lang="hr-HR" noProof="0" dirty="0" err="1"/>
              <a:t>backend</a:t>
            </a:r>
            <a:r>
              <a:rPr lang="hr-HR" noProof="0" dirty="0"/>
              <a:t> developer</a:t>
            </a:r>
          </a:p>
          <a:p>
            <a:pPr marL="0" indent="0">
              <a:buNone/>
            </a:pPr>
            <a:r>
              <a:rPr lang="hr-HR" dirty="0"/>
              <a:t>Ivan </a:t>
            </a:r>
            <a:r>
              <a:rPr lang="hr-HR" dirty="0" err="1"/>
              <a:t>Gabrilo</a:t>
            </a:r>
            <a:r>
              <a:rPr lang="hr-HR" dirty="0"/>
              <a:t> – </a:t>
            </a:r>
            <a:r>
              <a:rPr lang="hr-HR" dirty="0" err="1"/>
              <a:t>lead</a:t>
            </a:r>
            <a:r>
              <a:rPr lang="hr-HR" dirty="0"/>
              <a:t> </a:t>
            </a:r>
            <a:r>
              <a:rPr lang="hr-HR" dirty="0" err="1"/>
              <a:t>frontend</a:t>
            </a:r>
            <a:r>
              <a:rPr lang="hr-HR" dirty="0"/>
              <a:t> developer</a:t>
            </a:r>
          </a:p>
          <a:p>
            <a:pPr marL="0" indent="0">
              <a:buNone/>
            </a:pPr>
            <a:r>
              <a:rPr lang="hr-HR" noProof="0" dirty="0"/>
              <a:t>Nina Majetić – dizajner i </a:t>
            </a:r>
            <a:r>
              <a:rPr lang="hr-HR" noProof="0" dirty="0" err="1"/>
              <a:t>frontend</a:t>
            </a:r>
            <a:r>
              <a:rPr lang="hr-HR" noProof="0" dirty="0"/>
              <a:t> developer</a:t>
            </a:r>
          </a:p>
          <a:p>
            <a:pPr marL="0" indent="0">
              <a:buNone/>
            </a:pPr>
            <a:r>
              <a:rPr lang="hr-HR" dirty="0"/>
              <a:t>Petar </a:t>
            </a:r>
            <a:r>
              <a:rPr lang="hr-HR" dirty="0" err="1"/>
              <a:t>Marčinko</a:t>
            </a:r>
            <a:r>
              <a:rPr lang="hr-HR" dirty="0"/>
              <a:t> –</a:t>
            </a:r>
            <a:r>
              <a:rPr lang="hr-HR" dirty="0" err="1"/>
              <a:t>backend</a:t>
            </a:r>
            <a:r>
              <a:rPr lang="hr-HR" dirty="0"/>
              <a:t> developer</a:t>
            </a:r>
          </a:p>
          <a:p>
            <a:pPr marL="0" indent="0">
              <a:buNone/>
            </a:pPr>
            <a:r>
              <a:rPr lang="hr-HR" noProof="0" dirty="0"/>
              <a:t>Noa Zvonimir Paić – </a:t>
            </a:r>
            <a:r>
              <a:rPr lang="hr-HR" noProof="0" dirty="0" err="1"/>
              <a:t>backend</a:t>
            </a:r>
            <a:r>
              <a:rPr lang="hr-HR" noProof="0" dirty="0"/>
              <a:t> developer</a:t>
            </a:r>
          </a:p>
          <a:p>
            <a:pPr marL="0" indent="0">
              <a:buNone/>
            </a:pPr>
            <a:r>
              <a:rPr lang="hr-HR" noProof="0" dirty="0"/>
              <a:t>Matej </a:t>
            </a:r>
            <a:r>
              <a:rPr lang="hr-HR" noProof="0" dirty="0" err="1"/>
              <a:t>Samaržija</a:t>
            </a:r>
            <a:r>
              <a:rPr lang="hr-HR" noProof="0" dirty="0"/>
              <a:t> – </a:t>
            </a:r>
            <a:r>
              <a:rPr lang="hr-HR" noProof="0" dirty="0" err="1"/>
              <a:t>frontend</a:t>
            </a:r>
            <a:r>
              <a:rPr lang="hr-HR" noProof="0" dirty="0"/>
              <a:t> developer</a:t>
            </a:r>
          </a:p>
          <a:p>
            <a:pPr marL="0" indent="0">
              <a:buNone/>
            </a:pPr>
            <a:r>
              <a:rPr lang="hr-HR" dirty="0"/>
              <a:t>Matej Šest – </a:t>
            </a:r>
            <a:r>
              <a:rPr lang="hr-HR" dirty="0" err="1"/>
              <a:t>backend</a:t>
            </a:r>
            <a:r>
              <a:rPr lang="hr-HR" dirty="0"/>
              <a:t> developer</a:t>
            </a:r>
          </a:p>
          <a:p>
            <a:pPr marL="0" indent="0">
              <a:buNone/>
            </a:pPr>
            <a:endParaRPr lang="hr-HR" noProof="0" dirty="0"/>
          </a:p>
          <a:p>
            <a:pPr marL="0" indent="0">
              <a:buNone/>
            </a:pPr>
            <a:r>
              <a:rPr lang="hr-HR" noProof="0" dirty="0"/>
              <a:t>Dokumentacija je podijeljena među članovima tima</a:t>
            </a:r>
          </a:p>
          <a:p>
            <a:pPr marL="0" indent="0">
              <a:buNone/>
            </a:pPr>
            <a:endParaRPr lang="hr-HR" noProof="0" dirty="0"/>
          </a:p>
        </p:txBody>
      </p:sp>
      <p:sp>
        <p:nvSpPr>
          <p:cNvPr id="4" name="Slide Number Placeholder 3">
            <a:extLst>
              <a:ext uri="{FF2B5EF4-FFF2-40B4-BE49-F238E27FC236}">
                <a16:creationId xmlns:a16="http://schemas.microsoft.com/office/drawing/2014/main" id="{FC8E38AF-35BC-BD40-AC94-1AB4341B3288}"/>
              </a:ext>
            </a:extLst>
          </p:cNvPr>
          <p:cNvSpPr>
            <a:spLocks noGrp="1"/>
          </p:cNvSpPr>
          <p:nvPr>
            <p:ph type="sldNum" sz="quarter" idx="12"/>
          </p:nvPr>
        </p:nvSpPr>
        <p:spPr/>
        <p:txBody>
          <a:bodyPr/>
          <a:lstStyle/>
          <a:p>
            <a:fld id="{FAA41844-C0CA-4144-9D6C-D993F0C0FAB4}" type="slidenum">
              <a:rPr lang="hr-HR" smtClean="0"/>
              <a:t>3</a:t>
            </a:fld>
            <a:endParaRPr lang="hr-HR" dirty="0"/>
          </a:p>
        </p:txBody>
      </p:sp>
    </p:spTree>
    <p:extLst>
      <p:ext uri="{BB962C8B-B14F-4D97-AF65-F5344CB8AC3E}">
        <p14:creationId xmlns:p14="http://schemas.microsoft.com/office/powerpoint/2010/main" val="403515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A0B7E-6D2D-545E-3942-807E5763C025}"/>
              </a:ext>
            </a:extLst>
          </p:cNvPr>
          <p:cNvSpPr>
            <a:spLocks noGrp="1"/>
          </p:cNvSpPr>
          <p:nvPr>
            <p:ph type="title"/>
          </p:nvPr>
        </p:nvSpPr>
        <p:spPr>
          <a:xfrm>
            <a:off x="791999" y="36000"/>
            <a:ext cx="7920000" cy="828262"/>
          </a:xfrm>
        </p:spPr>
        <p:txBody>
          <a:bodyPr/>
          <a:lstStyle/>
          <a:p>
            <a:r>
              <a:rPr lang="hr-HR" noProof="0" dirty="0"/>
              <a:t>O projektu</a:t>
            </a:r>
          </a:p>
        </p:txBody>
      </p:sp>
      <p:sp>
        <p:nvSpPr>
          <p:cNvPr id="3" name="Content Placeholder 2">
            <a:extLst>
              <a:ext uri="{FF2B5EF4-FFF2-40B4-BE49-F238E27FC236}">
                <a16:creationId xmlns:a16="http://schemas.microsoft.com/office/drawing/2014/main" id="{F4FDC0A7-2EBE-B97D-F71C-97BD62047FF6}"/>
              </a:ext>
            </a:extLst>
          </p:cNvPr>
          <p:cNvSpPr>
            <a:spLocks noGrp="1"/>
          </p:cNvSpPr>
          <p:nvPr>
            <p:ph idx="1"/>
          </p:nvPr>
        </p:nvSpPr>
        <p:spPr>
          <a:xfrm>
            <a:off x="71999" y="972000"/>
            <a:ext cx="9000000" cy="5688776"/>
          </a:xfrm>
        </p:spPr>
        <p:txBody>
          <a:bodyPr>
            <a:normAutofit fontScale="85000" lnSpcReduction="20000"/>
          </a:bodyPr>
          <a:lstStyle/>
          <a:p>
            <a:pPr lvl="0"/>
            <a:r>
              <a:rPr lang="sr-Latn-RS" altLang="sr-Latn-RS" dirty="0"/>
              <a:t>Glavni cilj aplikacije </a:t>
            </a:r>
            <a:r>
              <a:rPr lang="sr-Latn-RS" altLang="sr-Latn-RS" dirty="0" err="1"/>
              <a:t>RestoraniZEGE</a:t>
            </a:r>
            <a:r>
              <a:rPr lang="sr-Latn-RS" altLang="sr-Latn-RS" dirty="0"/>
              <a:t> je omogućiti korisnicima jednostavan i pregledan način pronalaska, praćenja i upravljanja restoranima u Zagrebu. Aplikacija pruža centraliziranu platformu koja povezuje </a:t>
            </a:r>
            <a:r>
              <a:rPr lang="sr-Latn-RS" altLang="sr-Latn-RS" dirty="0" err="1"/>
              <a:t>posjetitelje</a:t>
            </a:r>
            <a:r>
              <a:rPr lang="sr-Latn-RS" altLang="sr-Latn-RS" dirty="0"/>
              <a:t>, registrirane korisnike, restorane i administratore, omogućujući pregled informacija, događanja i </a:t>
            </a:r>
            <a:r>
              <a:rPr lang="sr-Latn-RS" altLang="sr-Latn-RS" dirty="0" err="1"/>
              <a:t>ocjena</a:t>
            </a:r>
            <a:r>
              <a:rPr lang="sr-Latn-RS" altLang="sr-Latn-RS" dirty="0"/>
              <a:t> restorana na jednom </a:t>
            </a:r>
            <a:r>
              <a:rPr lang="sr-Latn-RS" altLang="sr-Latn-RS" dirty="0" err="1"/>
              <a:t>mjestu</a:t>
            </a:r>
            <a:r>
              <a:rPr lang="sr-Latn-RS" altLang="sr-Latn-RS" dirty="0"/>
              <a:t>. Projekt je nastao iz želje da se razvije praktična i lako razumljiva web aplikacija koja korisnicima nudi korisne funkcionalnosti, a istovremeno omogućuje implementaciju svih ključnih tehničkih </a:t>
            </a:r>
            <a:r>
              <a:rPr lang="sr-Latn-RS" altLang="sr-Latn-RS" dirty="0" err="1"/>
              <a:t>zahtjeva</a:t>
            </a:r>
            <a:r>
              <a:rPr lang="sr-Latn-RS" altLang="sr-Latn-RS" dirty="0"/>
              <a:t> kolegija, uključujući sigurnu </a:t>
            </a:r>
            <a:r>
              <a:rPr lang="sr-Latn-RS" altLang="sr-Latn-RS" dirty="0" err="1"/>
              <a:t>autentifikaciju</a:t>
            </a:r>
            <a:r>
              <a:rPr lang="sr-Latn-RS" altLang="sr-Latn-RS" dirty="0"/>
              <a:t>, </a:t>
            </a:r>
            <a:r>
              <a:rPr lang="sr-Latn-RS" altLang="sr-Latn-RS" dirty="0" err="1"/>
              <a:t>višerazinske</a:t>
            </a:r>
            <a:r>
              <a:rPr lang="sr-Latn-RS" altLang="sr-Latn-RS" dirty="0"/>
              <a:t> korisničke uloge, API integracije i napredne mogućnosti pretrage.</a:t>
            </a:r>
          </a:p>
          <a:p>
            <a:pPr lvl="0"/>
            <a:r>
              <a:rPr lang="sr-Latn-RS" altLang="sr-Latn-RS" dirty="0"/>
              <a:t>Gastronomska scena u Zagrebu iznimno je dinamična i raznolika, što korisnicima često otežava praćenje novih lokacija, događanja ili ponuda. Cilj aplikacije je digitalno objediniti sve relevantne informacije o zagrebačkim restoranima te omogućiti jednostavno pretraživanje, filtriranje i interaktivni pregled lokacija putem karte.</a:t>
            </a:r>
          </a:p>
          <a:p>
            <a:pPr lvl="0"/>
            <a:r>
              <a:rPr lang="sr-Latn-RS" altLang="sr-Latn-RS" dirty="0"/>
              <a:t>Postoji web stranica </a:t>
            </a:r>
            <a:r>
              <a:rPr lang="sr-Latn-RS" altLang="sr-Latn-RS" dirty="0">
                <a:solidFill>
                  <a:schemeClr val="accent1"/>
                </a:solidFill>
              </a:rPr>
              <a:t>deliciouszagreb.hr </a:t>
            </a:r>
            <a:r>
              <a:rPr lang="sr-Latn-RS" altLang="sr-Latn-RS" dirty="0"/>
              <a:t>koja ima sličnosti s našim projektom. Web stranica omogućuje samo pregled, filtriranje te kartu restorana, barova te ostalih objekata. Naš projekt ponudio bi kompletnu nadogradnju na tu stranicu kao što je login te različiti pogledi, </a:t>
            </a:r>
            <a:r>
              <a:rPr lang="sr-Latn-RS" altLang="sr-Latn-RS" dirty="0" err="1"/>
              <a:t>straničenje</a:t>
            </a:r>
            <a:r>
              <a:rPr lang="sr-Latn-RS" altLang="sr-Latn-RS" dirty="0"/>
              <a:t>, kompletan redizajn i još mnogo toga.</a:t>
            </a:r>
          </a:p>
        </p:txBody>
      </p:sp>
      <p:sp>
        <p:nvSpPr>
          <p:cNvPr id="4" name="Slide Number Placeholder 3">
            <a:extLst>
              <a:ext uri="{FF2B5EF4-FFF2-40B4-BE49-F238E27FC236}">
                <a16:creationId xmlns:a16="http://schemas.microsoft.com/office/drawing/2014/main" id="{D9E24A85-3B76-EBCB-772E-CD8CF3165279}"/>
              </a:ext>
            </a:extLst>
          </p:cNvPr>
          <p:cNvSpPr>
            <a:spLocks noGrp="1"/>
          </p:cNvSpPr>
          <p:nvPr>
            <p:ph type="sldNum" sz="quarter" idx="12"/>
          </p:nvPr>
        </p:nvSpPr>
        <p:spPr>
          <a:xfrm>
            <a:off x="8549260" y="6501038"/>
            <a:ext cx="475056" cy="288000"/>
          </a:xfrm>
        </p:spPr>
        <p:txBody>
          <a:bodyPr/>
          <a:lstStyle/>
          <a:p>
            <a:fld id="{FAA41844-C0CA-4144-9D6C-D993F0C0FAB4}" type="slidenum">
              <a:rPr lang="hr-HR" smtClean="0"/>
              <a:pPr/>
              <a:t>4</a:t>
            </a:fld>
            <a:endParaRPr lang="hr-HR" dirty="0"/>
          </a:p>
        </p:txBody>
      </p:sp>
    </p:spTree>
    <p:extLst>
      <p:ext uri="{BB962C8B-B14F-4D97-AF65-F5344CB8AC3E}">
        <p14:creationId xmlns:p14="http://schemas.microsoft.com/office/powerpoint/2010/main" val="183940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noProof="0" dirty="0"/>
              <a:t>FUNKCIONALNI ZAHTJEVI</a:t>
            </a:r>
          </a:p>
        </p:txBody>
      </p:sp>
      <p:sp>
        <p:nvSpPr>
          <p:cNvPr id="3" name="Content Placeholder 2"/>
          <p:cNvSpPr>
            <a:spLocks noGrp="1"/>
          </p:cNvSpPr>
          <p:nvPr>
            <p:ph idx="1"/>
          </p:nvPr>
        </p:nvSpPr>
        <p:spPr>
          <a:xfrm>
            <a:off x="71999" y="972000"/>
            <a:ext cx="9000000" cy="5850000"/>
          </a:xfrm>
        </p:spPr>
        <p:txBody>
          <a:bodyPr>
            <a:normAutofit/>
          </a:bodyPr>
          <a:lstStyle/>
          <a:p>
            <a:r>
              <a:rPr lang="hr-HR" noProof="0" dirty="0"/>
              <a:t>Prijava u sustav koristeći korisničko ime i lozinku ili </a:t>
            </a:r>
            <a:r>
              <a:rPr lang="hr-HR" noProof="0" dirty="0" err="1"/>
              <a:t>OAuth</a:t>
            </a:r>
            <a:r>
              <a:rPr lang="hr-HR" noProof="0" dirty="0"/>
              <a:t> 2.0</a:t>
            </a:r>
          </a:p>
          <a:p>
            <a:r>
              <a:rPr lang="hr-HR" dirty="0"/>
              <a:t>Pregled liste zagrebačkih restorana i njihovih događanja</a:t>
            </a:r>
          </a:p>
          <a:p>
            <a:r>
              <a:rPr lang="hr-HR" noProof="0" dirty="0"/>
              <a:t>Pretraga i filtriranje za pronalazak restorana</a:t>
            </a:r>
          </a:p>
          <a:p>
            <a:r>
              <a:rPr lang="hr-HR" dirty="0"/>
              <a:t>Mogućnost detaljnog prikaza restorana</a:t>
            </a:r>
          </a:p>
          <a:p>
            <a:r>
              <a:rPr lang="hr-HR" noProof="0" dirty="0"/>
              <a:t>Obavijesti o događanjima putem e-pošte</a:t>
            </a:r>
          </a:p>
          <a:p>
            <a:r>
              <a:rPr lang="hr-HR" dirty="0"/>
              <a:t>Posebni korisnik: restoran – oglašava sebe i objavljuje događaje</a:t>
            </a:r>
          </a:p>
          <a:p>
            <a:r>
              <a:rPr lang="hr-HR" dirty="0"/>
              <a:t>Posebni korisnik: </a:t>
            </a:r>
            <a:r>
              <a:rPr lang="hr-HR" dirty="0" err="1"/>
              <a:t>admin</a:t>
            </a:r>
            <a:r>
              <a:rPr lang="hr-HR" dirty="0"/>
              <a:t> – upravlja sadržajem i korisnicima</a:t>
            </a:r>
          </a:p>
          <a:p>
            <a:r>
              <a:rPr lang="hr-HR" noProof="0" dirty="0"/>
              <a:t>Interaktivna karta s lokacijama restorana</a:t>
            </a:r>
          </a:p>
          <a:p>
            <a:r>
              <a:rPr lang="hr-HR" dirty="0"/>
              <a:t>Pohranjivanje podataka u </a:t>
            </a:r>
            <a:r>
              <a:rPr lang="hr-HR" dirty="0" err="1"/>
              <a:t>PostgreSQL</a:t>
            </a:r>
            <a:r>
              <a:rPr lang="hr-HR" dirty="0"/>
              <a:t> bazu</a:t>
            </a:r>
          </a:p>
          <a:p>
            <a:r>
              <a:rPr lang="hr-HR" noProof="0" dirty="0"/>
              <a:t>REST API sučelje za dohvat podataka u JSON formatu</a:t>
            </a:r>
          </a:p>
          <a:p>
            <a:r>
              <a:rPr lang="hr-HR" dirty="0"/>
              <a:t>Mogućnost uređivanja profila svim prijavljenim korisnicima</a:t>
            </a:r>
            <a:endParaRPr lang="hr-HR" noProof="0" dirty="0"/>
          </a:p>
        </p:txBody>
      </p:sp>
      <p:sp>
        <p:nvSpPr>
          <p:cNvPr id="4" name="Slide Number Placeholder 3"/>
          <p:cNvSpPr>
            <a:spLocks noGrp="1"/>
          </p:cNvSpPr>
          <p:nvPr>
            <p:ph type="sldNum" sz="quarter" idx="12"/>
          </p:nvPr>
        </p:nvSpPr>
        <p:spPr/>
        <p:txBody>
          <a:bodyPr/>
          <a:lstStyle/>
          <a:p>
            <a:fld id="{FAA41844-C0CA-4144-9D6C-D993F0C0FAB4}" type="slidenum">
              <a:rPr lang="hr-HR" smtClean="0"/>
              <a:t>5</a:t>
            </a:fld>
            <a:endParaRPr lang="hr-HR" dirty="0"/>
          </a:p>
        </p:txBody>
      </p:sp>
    </p:spTree>
    <p:extLst>
      <p:ext uri="{BB962C8B-B14F-4D97-AF65-F5344CB8AC3E}">
        <p14:creationId xmlns:p14="http://schemas.microsoft.com/office/powerpoint/2010/main" val="3161375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95EC2-5219-CA2F-9B43-877210835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CB27F-2F50-ADA1-601F-A53FE860E210}"/>
              </a:ext>
            </a:extLst>
          </p:cNvPr>
          <p:cNvSpPr>
            <a:spLocks noGrp="1"/>
          </p:cNvSpPr>
          <p:nvPr>
            <p:ph type="title"/>
          </p:nvPr>
        </p:nvSpPr>
        <p:spPr/>
        <p:txBody>
          <a:bodyPr/>
          <a:lstStyle/>
          <a:p>
            <a:r>
              <a:rPr lang="hr-HR" noProof="0" dirty="0"/>
              <a:t>Ostali zahtjevi</a:t>
            </a:r>
          </a:p>
        </p:txBody>
      </p:sp>
      <p:sp>
        <p:nvSpPr>
          <p:cNvPr id="3" name="Content Placeholder 2">
            <a:extLst>
              <a:ext uri="{FF2B5EF4-FFF2-40B4-BE49-F238E27FC236}">
                <a16:creationId xmlns:a16="http://schemas.microsoft.com/office/drawing/2014/main" id="{CC0E4A79-A9FC-2EEF-CF3D-4B3DD38F7FEB}"/>
              </a:ext>
            </a:extLst>
          </p:cNvPr>
          <p:cNvSpPr>
            <a:spLocks noGrp="1"/>
          </p:cNvSpPr>
          <p:nvPr>
            <p:ph idx="1"/>
          </p:nvPr>
        </p:nvSpPr>
        <p:spPr/>
        <p:txBody>
          <a:bodyPr/>
          <a:lstStyle/>
          <a:p>
            <a:r>
              <a:rPr lang="hr-HR" noProof="0" dirty="0"/>
              <a:t>Sustav treba biti implementiran kao moderna web aplikacija s arhitekturom </a:t>
            </a:r>
            <a:r>
              <a:rPr lang="hr-HR" noProof="0" dirty="0" err="1"/>
              <a:t>frontend</a:t>
            </a:r>
            <a:r>
              <a:rPr lang="hr-HR" noProof="0" dirty="0"/>
              <a:t> – </a:t>
            </a:r>
            <a:r>
              <a:rPr lang="hr-HR" noProof="0" dirty="0" err="1"/>
              <a:t>backend</a:t>
            </a:r>
            <a:r>
              <a:rPr lang="hr-HR" dirty="0"/>
              <a:t> </a:t>
            </a:r>
          </a:p>
          <a:p>
            <a:r>
              <a:rPr lang="hr-HR" noProof="0" dirty="0"/>
              <a:t>Istovremeni rad više korisnika</a:t>
            </a:r>
          </a:p>
          <a:p>
            <a:r>
              <a:rPr lang="hr-HR" noProof="0" dirty="0"/>
              <a:t>Korisničko sučelje mora biti intuitivno, </a:t>
            </a:r>
            <a:r>
              <a:rPr lang="hr-HR" noProof="0" dirty="0" err="1"/>
              <a:t>responzivno</a:t>
            </a:r>
            <a:r>
              <a:rPr lang="hr-HR" noProof="0" dirty="0"/>
              <a:t> i prilagođeno svim veličinama ekrana</a:t>
            </a:r>
          </a:p>
          <a:p>
            <a:r>
              <a:rPr lang="hr-HR" dirty="0"/>
              <a:t>Aplikacija je na hrvatskom jeziku</a:t>
            </a:r>
          </a:p>
          <a:p>
            <a:r>
              <a:rPr lang="hr-HR" noProof="0" dirty="0"/>
              <a:t>Sustav mora biti skalabilan i omogućiti jednostavno dodavanje novih funkcionalnosti</a:t>
            </a:r>
          </a:p>
          <a:p>
            <a:r>
              <a:rPr lang="hr-HR" noProof="0" dirty="0"/>
              <a:t>Neispravno korištenje sustava ne smije narušiti rad sustava</a:t>
            </a:r>
          </a:p>
          <a:p>
            <a:r>
              <a:rPr lang="pl-PL" noProof="0" dirty="0"/>
              <a:t>Autentikacijski i ostali privatni podaci moraju biti pravilno osigurani</a:t>
            </a:r>
            <a:endParaRPr lang="hr-HR" noProof="0" dirty="0"/>
          </a:p>
          <a:p>
            <a:endParaRPr lang="hr-HR" noProof="0" dirty="0"/>
          </a:p>
        </p:txBody>
      </p:sp>
      <p:sp>
        <p:nvSpPr>
          <p:cNvPr id="4" name="Slide Number Placeholder 3">
            <a:extLst>
              <a:ext uri="{FF2B5EF4-FFF2-40B4-BE49-F238E27FC236}">
                <a16:creationId xmlns:a16="http://schemas.microsoft.com/office/drawing/2014/main" id="{86430E17-FD8F-62CA-0FA7-F44D8568DAFA}"/>
              </a:ext>
            </a:extLst>
          </p:cNvPr>
          <p:cNvSpPr>
            <a:spLocks noGrp="1"/>
          </p:cNvSpPr>
          <p:nvPr>
            <p:ph type="sldNum" sz="quarter" idx="12"/>
          </p:nvPr>
        </p:nvSpPr>
        <p:spPr/>
        <p:txBody>
          <a:bodyPr/>
          <a:lstStyle/>
          <a:p>
            <a:fld id="{FAA41844-C0CA-4144-9D6C-D993F0C0FAB4}" type="slidenum">
              <a:rPr lang="hr-HR" smtClean="0"/>
              <a:t>6</a:t>
            </a:fld>
            <a:endParaRPr lang="hr-HR" dirty="0"/>
          </a:p>
        </p:txBody>
      </p:sp>
    </p:spTree>
    <p:extLst>
      <p:ext uri="{BB962C8B-B14F-4D97-AF65-F5344CB8AC3E}">
        <p14:creationId xmlns:p14="http://schemas.microsoft.com/office/powerpoint/2010/main" val="122437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noProof="0" dirty="0"/>
              <a:t>Dijagrami obrazaca uporabe</a:t>
            </a:r>
          </a:p>
        </p:txBody>
      </p:sp>
      <p:sp>
        <p:nvSpPr>
          <p:cNvPr id="4" name="Slide Number Placeholder 3"/>
          <p:cNvSpPr>
            <a:spLocks noGrp="1"/>
          </p:cNvSpPr>
          <p:nvPr>
            <p:ph type="sldNum" sz="quarter" idx="12"/>
          </p:nvPr>
        </p:nvSpPr>
        <p:spPr/>
        <p:txBody>
          <a:bodyPr/>
          <a:lstStyle/>
          <a:p>
            <a:fld id="{FAA41844-C0CA-4144-9D6C-D993F0C0FAB4}" type="slidenum">
              <a:rPr lang="hr-HR" smtClean="0"/>
              <a:t>7</a:t>
            </a:fld>
            <a:endParaRPr lang="hr-HR" dirty="0"/>
          </a:p>
        </p:txBody>
      </p:sp>
      <p:pic>
        <p:nvPicPr>
          <p:cNvPr id="2050" name="Picture 2" descr="PROGI obrasci uporabe veliki">
            <a:extLst>
              <a:ext uri="{FF2B5EF4-FFF2-40B4-BE49-F238E27FC236}">
                <a16:creationId xmlns:a16="http://schemas.microsoft.com/office/drawing/2014/main" id="{5BFBB064-2109-4DC5-86BA-5631A645F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20" y="1426798"/>
            <a:ext cx="8608760" cy="4581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77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22F0-739A-17A8-2BA0-3A16B86A4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038F4-45AD-8013-DCF6-FF7C57D7CAE0}"/>
              </a:ext>
            </a:extLst>
          </p:cNvPr>
          <p:cNvSpPr>
            <a:spLocks noGrp="1"/>
          </p:cNvSpPr>
          <p:nvPr>
            <p:ph type="title"/>
          </p:nvPr>
        </p:nvSpPr>
        <p:spPr/>
        <p:txBody>
          <a:bodyPr/>
          <a:lstStyle/>
          <a:p>
            <a:r>
              <a:rPr lang="hr-HR" noProof="0"/>
              <a:t>Dijagrami obrazaca uporabe</a:t>
            </a:r>
            <a:endParaRPr lang="hr-HR" noProof="0" dirty="0"/>
          </a:p>
        </p:txBody>
      </p:sp>
      <p:sp>
        <p:nvSpPr>
          <p:cNvPr id="4" name="Slide Number Placeholder 3">
            <a:extLst>
              <a:ext uri="{FF2B5EF4-FFF2-40B4-BE49-F238E27FC236}">
                <a16:creationId xmlns:a16="http://schemas.microsoft.com/office/drawing/2014/main" id="{B2D3A9B3-524F-AF9B-48F6-3F01137C38EF}"/>
              </a:ext>
            </a:extLst>
          </p:cNvPr>
          <p:cNvSpPr>
            <a:spLocks noGrp="1"/>
          </p:cNvSpPr>
          <p:nvPr>
            <p:ph type="sldNum" sz="quarter" idx="12"/>
          </p:nvPr>
        </p:nvSpPr>
        <p:spPr/>
        <p:txBody>
          <a:bodyPr/>
          <a:lstStyle/>
          <a:p>
            <a:fld id="{FAA41844-C0CA-4144-9D6C-D993F0C0FAB4}" type="slidenum">
              <a:rPr lang="hr-HR" smtClean="0"/>
              <a:t>8</a:t>
            </a:fld>
            <a:endParaRPr lang="hr-HR" dirty="0"/>
          </a:p>
        </p:txBody>
      </p:sp>
      <p:pic>
        <p:nvPicPr>
          <p:cNvPr id="2052" name="Picture 4" descr="PROGI 2">
            <a:extLst>
              <a:ext uri="{FF2B5EF4-FFF2-40B4-BE49-F238E27FC236}">
                <a16:creationId xmlns:a16="http://schemas.microsoft.com/office/drawing/2014/main" id="{874F7636-D195-3F01-ADE0-A8F50C88E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08" y="1812271"/>
            <a:ext cx="8197383" cy="3859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899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941A-61E9-E30F-0555-0A47734CA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DEFAD-46A7-BC0F-8306-2A73F658AC8C}"/>
              </a:ext>
            </a:extLst>
          </p:cNvPr>
          <p:cNvSpPr>
            <a:spLocks noGrp="1"/>
          </p:cNvSpPr>
          <p:nvPr>
            <p:ph type="title"/>
          </p:nvPr>
        </p:nvSpPr>
        <p:spPr/>
        <p:txBody>
          <a:bodyPr/>
          <a:lstStyle/>
          <a:p>
            <a:r>
              <a:rPr lang="hr-HR" noProof="0" dirty="0"/>
              <a:t>Korišteni alati i tehnologije</a:t>
            </a:r>
          </a:p>
        </p:txBody>
      </p:sp>
      <p:sp>
        <p:nvSpPr>
          <p:cNvPr id="3" name="Content Placeholder 2">
            <a:extLst>
              <a:ext uri="{FF2B5EF4-FFF2-40B4-BE49-F238E27FC236}">
                <a16:creationId xmlns:a16="http://schemas.microsoft.com/office/drawing/2014/main" id="{F735BE3D-36E5-64AE-C287-C53B8AF0877D}"/>
              </a:ext>
            </a:extLst>
          </p:cNvPr>
          <p:cNvSpPr>
            <a:spLocks noGrp="1"/>
          </p:cNvSpPr>
          <p:nvPr>
            <p:ph idx="1"/>
          </p:nvPr>
        </p:nvSpPr>
        <p:spPr/>
        <p:txBody>
          <a:bodyPr/>
          <a:lstStyle/>
          <a:p>
            <a:r>
              <a:rPr lang="hr-HR" dirty="0" err="1"/>
              <a:t>Frontend</a:t>
            </a:r>
            <a:r>
              <a:rPr lang="hr-HR" dirty="0"/>
              <a:t>: </a:t>
            </a:r>
            <a:r>
              <a:rPr lang="hr-HR" dirty="0" err="1"/>
              <a:t>React</a:t>
            </a:r>
            <a:endParaRPr lang="hr-HR" dirty="0"/>
          </a:p>
          <a:p>
            <a:r>
              <a:rPr lang="hr-HR" noProof="0" dirty="0" err="1"/>
              <a:t>Backend</a:t>
            </a:r>
            <a:r>
              <a:rPr lang="hr-HR" dirty="0"/>
              <a:t>: </a:t>
            </a:r>
            <a:r>
              <a:rPr lang="hr-HR" dirty="0" err="1"/>
              <a:t>NetsJs</a:t>
            </a:r>
            <a:endParaRPr lang="hr-HR" dirty="0"/>
          </a:p>
          <a:p>
            <a:r>
              <a:rPr lang="hr-HR" noProof="0" dirty="0"/>
              <a:t>Baza podataka: </a:t>
            </a:r>
            <a:r>
              <a:rPr lang="hr-HR" noProof="0" dirty="0" err="1"/>
              <a:t>PostgreSQL</a:t>
            </a:r>
            <a:endParaRPr lang="hr-HR" noProof="0" dirty="0"/>
          </a:p>
          <a:p>
            <a:r>
              <a:rPr lang="hr-HR" dirty="0"/>
              <a:t>Organizacija projekta: </a:t>
            </a:r>
            <a:r>
              <a:rPr lang="hr-HR" dirty="0" err="1"/>
              <a:t>GitHub</a:t>
            </a:r>
            <a:endParaRPr lang="hr-HR" dirty="0"/>
          </a:p>
          <a:p>
            <a:r>
              <a:rPr lang="hr-HR" noProof="0" dirty="0"/>
              <a:t>Dokumentacija: </a:t>
            </a:r>
            <a:r>
              <a:rPr lang="hr-HR" noProof="0" dirty="0" err="1"/>
              <a:t>GitHub</a:t>
            </a:r>
            <a:r>
              <a:rPr lang="hr-HR" noProof="0" dirty="0"/>
              <a:t> wiki</a:t>
            </a:r>
          </a:p>
          <a:p>
            <a:r>
              <a:rPr lang="hr-HR" dirty="0"/>
              <a:t>Organizacija zadataka: </a:t>
            </a:r>
            <a:r>
              <a:rPr lang="hr-HR" dirty="0" err="1"/>
              <a:t>GitHub</a:t>
            </a:r>
            <a:r>
              <a:rPr lang="hr-HR" dirty="0"/>
              <a:t> </a:t>
            </a:r>
            <a:r>
              <a:rPr lang="hr-HR" dirty="0" err="1"/>
              <a:t>task</a:t>
            </a:r>
            <a:r>
              <a:rPr lang="hr-HR" dirty="0"/>
              <a:t> </a:t>
            </a:r>
            <a:r>
              <a:rPr lang="hr-HR" dirty="0" err="1"/>
              <a:t>board</a:t>
            </a:r>
            <a:endParaRPr lang="hr-HR" dirty="0"/>
          </a:p>
          <a:p>
            <a:r>
              <a:rPr lang="hr-HR" dirty="0"/>
              <a:t>Izrada dijagrama: </a:t>
            </a:r>
            <a:r>
              <a:rPr lang="hr-HR" dirty="0" err="1"/>
              <a:t>VisualParadigm</a:t>
            </a:r>
            <a:endParaRPr lang="hr-HR" dirty="0"/>
          </a:p>
          <a:p>
            <a:endParaRPr lang="hr-HR" noProof="0" dirty="0"/>
          </a:p>
        </p:txBody>
      </p:sp>
      <p:sp>
        <p:nvSpPr>
          <p:cNvPr id="4" name="Slide Number Placeholder 3">
            <a:extLst>
              <a:ext uri="{FF2B5EF4-FFF2-40B4-BE49-F238E27FC236}">
                <a16:creationId xmlns:a16="http://schemas.microsoft.com/office/drawing/2014/main" id="{B56E9045-0C4D-354F-A1A1-4B3CC06A0C90}"/>
              </a:ext>
            </a:extLst>
          </p:cNvPr>
          <p:cNvSpPr>
            <a:spLocks noGrp="1"/>
          </p:cNvSpPr>
          <p:nvPr>
            <p:ph type="sldNum" sz="quarter" idx="12"/>
          </p:nvPr>
        </p:nvSpPr>
        <p:spPr/>
        <p:txBody>
          <a:bodyPr/>
          <a:lstStyle/>
          <a:p>
            <a:fld id="{FAA41844-C0CA-4144-9D6C-D993F0C0FAB4}" type="slidenum">
              <a:rPr lang="hr-HR" smtClean="0"/>
              <a:t>9</a:t>
            </a:fld>
            <a:endParaRPr lang="hr-HR" dirty="0"/>
          </a:p>
        </p:txBody>
      </p:sp>
    </p:spTree>
    <p:extLst>
      <p:ext uri="{BB962C8B-B14F-4D97-AF65-F5344CB8AC3E}">
        <p14:creationId xmlns:p14="http://schemas.microsoft.com/office/powerpoint/2010/main" val="4265503304"/>
      </p:ext>
    </p:extLst>
  </p:cSld>
  <p:clrMapOvr>
    <a:masterClrMapping/>
  </p:clrMapOvr>
</p:sld>
</file>

<file path=ppt/theme/theme1.xml><?xml version="1.0" encoding="utf-8"?>
<a:theme xmlns:a="http://schemas.openxmlformats.org/drawingml/2006/main" name="PROGI-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entury Gothic"/>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GI-template.potm" id="{58E78474-FDB4-4359-98C4-259EEF8E4D43}" vid="{A98D19B1-8675-4930-BF13-63F2BBFA5E37}"/>
    </a:ext>
  </a:extLst>
</a:theme>
</file>

<file path=ppt/theme/theme2.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01_Uvod_19-1</Template>
  <TotalTime>1338</TotalTime>
  <Words>481</Words>
  <Application>Microsoft Office PowerPoint</Application>
  <PresentationFormat>Prikaz na zaslonu (4:3)</PresentationFormat>
  <Paragraphs>66</Paragraphs>
  <Slides>9</Slides>
  <Notes>3</Notes>
  <HiddenSlides>0</HiddenSlides>
  <MMClips>0</MMClips>
  <ScaleCrop>false</ScaleCrop>
  <HeadingPairs>
    <vt:vector size="6" baseType="variant">
      <vt:variant>
        <vt:lpstr>Korišteni fontovi</vt:lpstr>
      </vt:variant>
      <vt:variant>
        <vt:i4>12</vt:i4>
      </vt:variant>
      <vt:variant>
        <vt:lpstr>Tema</vt:lpstr>
      </vt:variant>
      <vt:variant>
        <vt:i4>2</vt:i4>
      </vt:variant>
      <vt:variant>
        <vt:lpstr>Naslovi slajdova</vt:lpstr>
      </vt:variant>
      <vt:variant>
        <vt:i4>9</vt:i4>
      </vt:variant>
    </vt:vector>
  </HeadingPairs>
  <TitlesOfParts>
    <vt:vector size="23" baseType="lpstr">
      <vt:lpstr>ＭＳ Ｐゴシック</vt:lpstr>
      <vt:lpstr>Arial</vt:lpstr>
      <vt:lpstr>Calibri</vt:lpstr>
      <vt:lpstr>Century Gothic</vt:lpstr>
      <vt:lpstr>Courier New</vt:lpstr>
      <vt:lpstr>Franklin Gothic Book</vt:lpstr>
      <vt:lpstr>Franklin Gothic Demi</vt:lpstr>
      <vt:lpstr>Franklin Gothic Medium</vt:lpstr>
      <vt:lpstr>Tahoma</vt:lpstr>
      <vt:lpstr>Times New Roman</vt:lpstr>
      <vt:lpstr>Wingdings</vt:lpstr>
      <vt:lpstr>Wingdings 2</vt:lpstr>
      <vt:lpstr>PROGI-template</vt:lpstr>
      <vt:lpstr>DividendVTI</vt:lpstr>
      <vt:lpstr>RestoraniZEGE</vt:lpstr>
      <vt:lpstr>Sadržaj</vt:lpstr>
      <vt:lpstr>Članovi grupe</vt:lpstr>
      <vt:lpstr>O projektu</vt:lpstr>
      <vt:lpstr>FUNKCIONALNI ZAHTJEVI</vt:lpstr>
      <vt:lpstr>Ostali zahtjevi</vt:lpstr>
      <vt:lpstr>Dijagrami obrazaca uporabe</vt:lpstr>
      <vt:lpstr>Dijagrami obrazaca uporabe</vt:lpstr>
      <vt:lpstr>Korišteni alati i tehnologije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&lt;Naziv projekta&gt;</dc:title>
  <dc:creator>nfrid</dc:creator>
  <cp:lastModifiedBy>Matej Šest</cp:lastModifiedBy>
  <cp:revision>45</cp:revision>
  <dcterms:created xsi:type="dcterms:W3CDTF">2016-01-18T13:10:52Z</dcterms:created>
  <dcterms:modified xsi:type="dcterms:W3CDTF">2025-10-23T19:51:46Z</dcterms:modified>
</cp:coreProperties>
</file>